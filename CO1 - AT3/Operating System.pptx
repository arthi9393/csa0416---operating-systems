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64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A97EBF-87E5-4DA8-826C-BC0FD524CE5C}" v="37" dt="2026-10-11T06:55:32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i A" userId="8b33d3dac7e61a36" providerId="LiveId" clId="{56252774-7681-4ED4-9C86-55868589E2AE}"/>
    <pc:docChg chg="undo custSel modSld">
      <pc:chgData name="Arthi A" userId="8b33d3dac7e61a36" providerId="LiveId" clId="{56252774-7681-4ED4-9C86-55868589E2AE}" dt="2026-10-11T06:56:36.889" v="62" actId="478"/>
      <pc:docMkLst>
        <pc:docMk/>
      </pc:docMkLst>
      <pc:sldChg chg="addSp delSp modSp mod">
        <pc:chgData name="Arthi A" userId="8b33d3dac7e61a36" providerId="LiveId" clId="{56252774-7681-4ED4-9C86-55868589E2AE}" dt="2026-10-11T06:56:36.889" v="62" actId="478"/>
        <pc:sldMkLst>
          <pc:docMk/>
          <pc:sldMk cId="1327803661" sldId="257"/>
        </pc:sldMkLst>
        <pc:spChg chg="add del mod">
          <ac:chgData name="Arthi A" userId="8b33d3dac7e61a36" providerId="LiveId" clId="{56252774-7681-4ED4-9C86-55868589E2AE}" dt="2026-10-11T06:56:36.889" v="62" actId="478"/>
          <ac:spMkLst>
            <pc:docMk/>
            <pc:sldMk cId="1327803661" sldId="257"/>
            <ac:spMk id="4" creationId="{63DC6E77-B4FA-277A-F44D-19D90A8F4EEF}"/>
          </ac:spMkLst>
        </pc:spChg>
        <pc:picChg chg="add del">
          <ac:chgData name="Arthi A" userId="8b33d3dac7e61a36" providerId="LiveId" clId="{56252774-7681-4ED4-9C86-55868589E2AE}" dt="2026-10-11T06:56:36.889" v="62" actId="478"/>
          <ac:picMkLst>
            <pc:docMk/>
            <pc:sldMk cId="1327803661" sldId="257"/>
            <ac:picMk id="7" creationId="{1DF65BC3-1D9F-730D-0AF4-B3CCA4F342AE}"/>
          </ac:picMkLst>
        </pc:picChg>
      </pc:sldChg>
      <pc:sldChg chg="addSp delSp modSp mod">
        <pc:chgData name="Arthi A" userId="8b33d3dac7e61a36" providerId="LiveId" clId="{56252774-7681-4ED4-9C86-55868589E2AE}" dt="2026-10-11T06:55:32.362" v="60" actId="2711"/>
        <pc:sldMkLst>
          <pc:docMk/>
          <pc:sldMk cId="4253830718" sldId="258"/>
        </pc:sldMkLst>
        <pc:spChg chg="del">
          <ac:chgData name="Arthi A" userId="8b33d3dac7e61a36" providerId="LiveId" clId="{56252774-7681-4ED4-9C86-55868589E2AE}" dt="2026-10-10T08:11:51.966" v="10" actId="12084"/>
          <ac:spMkLst>
            <pc:docMk/>
            <pc:sldMk cId="4253830718" sldId="258"/>
            <ac:spMk id="3" creationId="{5114F5B6-7995-E0F5-3C53-531353E1AC9B}"/>
          </ac:spMkLst>
        </pc:spChg>
        <pc:spChg chg="del">
          <ac:chgData name="Arthi A" userId="8b33d3dac7e61a36" providerId="LiveId" clId="{56252774-7681-4ED4-9C86-55868589E2AE}" dt="2026-10-10T08:12:01.814" v="12" actId="12084"/>
          <ac:spMkLst>
            <pc:docMk/>
            <pc:sldMk cId="4253830718" sldId="258"/>
            <ac:spMk id="4" creationId="{5DA35A1B-EA03-463E-7826-D096858657F0}"/>
          </ac:spMkLst>
        </pc:spChg>
        <pc:graphicFrameChg chg="add mod">
          <ac:chgData name="Arthi A" userId="8b33d3dac7e61a36" providerId="LiveId" clId="{56252774-7681-4ED4-9C86-55868589E2AE}" dt="2026-10-11T06:55:25.935" v="59" actId="2711"/>
          <ac:graphicFrameMkLst>
            <pc:docMk/>
            <pc:sldMk cId="4253830718" sldId="258"/>
            <ac:graphicFrameMk id="5" creationId="{EB9C7201-3856-49C0-AE80-61F11CD91A66}"/>
          </ac:graphicFrameMkLst>
        </pc:graphicFrameChg>
        <pc:graphicFrameChg chg="add mod">
          <ac:chgData name="Arthi A" userId="8b33d3dac7e61a36" providerId="LiveId" clId="{56252774-7681-4ED4-9C86-55868589E2AE}" dt="2026-10-11T06:55:32.362" v="60" actId="2711"/>
          <ac:graphicFrameMkLst>
            <pc:docMk/>
            <pc:sldMk cId="4253830718" sldId="258"/>
            <ac:graphicFrameMk id="6" creationId="{812DD13C-CCD6-0C26-F6CA-336BB004EB95}"/>
          </ac:graphicFrameMkLst>
        </pc:graphicFrameChg>
      </pc:sldChg>
      <pc:sldChg chg="addSp delSp modSp mod">
        <pc:chgData name="Arthi A" userId="8b33d3dac7e61a36" providerId="LiveId" clId="{56252774-7681-4ED4-9C86-55868589E2AE}" dt="2026-10-11T06:54:59.212" v="58" actId="2711"/>
        <pc:sldMkLst>
          <pc:docMk/>
          <pc:sldMk cId="859077602" sldId="260"/>
        </pc:sldMkLst>
        <pc:spChg chg="del">
          <ac:chgData name="Arthi A" userId="8b33d3dac7e61a36" providerId="LiveId" clId="{56252774-7681-4ED4-9C86-55868589E2AE}" dt="2026-10-10T08:12:37.509" v="19" actId="12084"/>
          <ac:spMkLst>
            <pc:docMk/>
            <pc:sldMk cId="859077602" sldId="260"/>
            <ac:spMk id="4" creationId="{314F9BD7-7A24-BEF2-6940-C67D709923B4}"/>
          </ac:spMkLst>
        </pc:spChg>
        <pc:spChg chg="del">
          <ac:chgData name="Arthi A" userId="8b33d3dac7e61a36" providerId="LiveId" clId="{56252774-7681-4ED4-9C86-55868589E2AE}" dt="2026-10-10T08:12:42.286" v="20" actId="12084"/>
          <ac:spMkLst>
            <pc:docMk/>
            <pc:sldMk cId="859077602" sldId="260"/>
            <ac:spMk id="5" creationId="{5BA4FD9C-409C-1844-15DF-F9BDC9055EED}"/>
          </ac:spMkLst>
        </pc:spChg>
        <pc:graphicFrameChg chg="add mod">
          <ac:chgData name="Arthi A" userId="8b33d3dac7e61a36" providerId="LiveId" clId="{56252774-7681-4ED4-9C86-55868589E2AE}" dt="2026-10-11T06:54:51.007" v="57" actId="2711"/>
          <ac:graphicFrameMkLst>
            <pc:docMk/>
            <pc:sldMk cId="859077602" sldId="260"/>
            <ac:graphicFrameMk id="3" creationId="{915B00E6-2C1A-59F3-C914-0857BE132D4D}"/>
          </ac:graphicFrameMkLst>
        </pc:graphicFrameChg>
        <pc:graphicFrameChg chg="add mod">
          <ac:chgData name="Arthi A" userId="8b33d3dac7e61a36" providerId="LiveId" clId="{56252774-7681-4ED4-9C86-55868589E2AE}" dt="2026-10-11T06:54:59.212" v="58" actId="2711"/>
          <ac:graphicFrameMkLst>
            <pc:docMk/>
            <pc:sldMk cId="859077602" sldId="260"/>
            <ac:graphicFrameMk id="6" creationId="{BBB98AC3-8745-F962-0C54-CA4D22E0ECB2}"/>
          </ac:graphicFrameMkLst>
        </pc:graphicFrameChg>
      </pc:sldChg>
      <pc:sldChg chg="addSp delSp modSp mod">
        <pc:chgData name="Arthi A" userId="8b33d3dac7e61a36" providerId="LiveId" clId="{56252774-7681-4ED4-9C86-55868589E2AE}" dt="2026-10-10T08:17:13.716" v="56" actId="2711"/>
        <pc:sldMkLst>
          <pc:docMk/>
          <pc:sldMk cId="1479563023" sldId="261"/>
        </pc:sldMkLst>
        <pc:spChg chg="del">
          <ac:chgData name="Arthi A" userId="8b33d3dac7e61a36" providerId="LiveId" clId="{56252774-7681-4ED4-9C86-55868589E2AE}" dt="2026-10-10T08:13:24.765" v="27" actId="12084"/>
          <ac:spMkLst>
            <pc:docMk/>
            <pc:sldMk cId="1479563023" sldId="261"/>
            <ac:spMk id="4" creationId="{8270E737-5321-B9D1-60C8-C3E2EF80838D}"/>
          </ac:spMkLst>
        </pc:spChg>
        <pc:spChg chg="mod">
          <ac:chgData name="Arthi A" userId="8b33d3dac7e61a36" providerId="LiveId" clId="{56252774-7681-4ED4-9C86-55868589E2AE}" dt="2026-10-10T08:13:52.677" v="32" actId="14100"/>
          <ac:spMkLst>
            <pc:docMk/>
            <pc:sldMk cId="1479563023" sldId="261"/>
            <ac:spMk id="5" creationId="{89301DCA-94FA-526B-1449-EB4DCB7A1330}"/>
          </ac:spMkLst>
        </pc:spChg>
        <pc:spChg chg="add del mod">
          <ac:chgData name="Arthi A" userId="8b33d3dac7e61a36" providerId="LiveId" clId="{56252774-7681-4ED4-9C86-55868589E2AE}" dt="2026-10-10T08:14:18.591" v="36" actId="11529"/>
          <ac:spMkLst>
            <pc:docMk/>
            <pc:sldMk cId="1479563023" sldId="261"/>
            <ac:spMk id="6" creationId="{8C0FCE7A-DA9F-486B-44F8-D445BCAF24F5}"/>
          </ac:spMkLst>
        </pc:spChg>
        <pc:graphicFrameChg chg="add mod">
          <ac:chgData name="Arthi A" userId="8b33d3dac7e61a36" providerId="LiveId" clId="{56252774-7681-4ED4-9C86-55868589E2AE}" dt="2026-10-10T08:17:13.716" v="56" actId="2711"/>
          <ac:graphicFrameMkLst>
            <pc:docMk/>
            <pc:sldMk cId="1479563023" sldId="261"/>
            <ac:graphicFrameMk id="3" creationId="{1D13E502-ABED-1B84-E9A5-B9218938E86A}"/>
          </ac:graphicFrameMkLst>
        </pc:graphicFrameChg>
        <pc:cxnChg chg="add">
          <ac:chgData name="Arthi A" userId="8b33d3dac7e61a36" providerId="LiveId" clId="{56252774-7681-4ED4-9C86-55868589E2AE}" dt="2026-10-10T08:14:32.514" v="37" actId="11529"/>
          <ac:cxnSpMkLst>
            <pc:docMk/>
            <pc:sldMk cId="1479563023" sldId="261"/>
            <ac:cxnSpMk id="8" creationId="{C8F709F6-EBCF-97A4-536D-F6CFC6B01DDC}"/>
          </ac:cxnSpMkLst>
        </pc:cxnChg>
      </pc:sldChg>
      <pc:sldChg chg="addSp delSp modSp mod">
        <pc:chgData name="Arthi A" userId="8b33d3dac7e61a36" providerId="LiveId" clId="{56252774-7681-4ED4-9C86-55868589E2AE}" dt="2026-10-10T08:17:06.615" v="55" actId="2711"/>
        <pc:sldMkLst>
          <pc:docMk/>
          <pc:sldMk cId="2627034312" sldId="262"/>
        </pc:sldMkLst>
        <pc:spChg chg="mod">
          <ac:chgData name="Arthi A" userId="8b33d3dac7e61a36" providerId="LiveId" clId="{56252774-7681-4ED4-9C86-55868589E2AE}" dt="2026-10-10T05:21:51.105" v="0" actId="113"/>
          <ac:spMkLst>
            <pc:docMk/>
            <pc:sldMk cId="2627034312" sldId="262"/>
            <ac:spMk id="2" creationId="{0B45AA1F-E4AB-4F57-144F-E2A491AAACF2}"/>
          </ac:spMkLst>
        </pc:spChg>
        <pc:spChg chg="del mod">
          <ac:chgData name="Arthi A" userId="8b33d3dac7e61a36" providerId="LiveId" clId="{56252774-7681-4ED4-9C86-55868589E2AE}" dt="2026-10-10T08:15:18.478" v="43" actId="12084"/>
          <ac:spMkLst>
            <pc:docMk/>
            <pc:sldMk cId="2627034312" sldId="262"/>
            <ac:spMk id="4" creationId="{D2604882-0870-3EC1-33A1-FA748B5A5B8E}"/>
          </ac:spMkLst>
        </pc:spChg>
        <pc:spChg chg="mod">
          <ac:chgData name="Arthi A" userId="8b33d3dac7e61a36" providerId="LiveId" clId="{56252774-7681-4ED4-9C86-55868589E2AE}" dt="2026-10-10T08:17:06.615" v="55" actId="2711"/>
          <ac:spMkLst>
            <pc:docMk/>
            <pc:sldMk cId="2627034312" sldId="262"/>
            <ac:spMk id="5" creationId="{E77B03FF-59E7-1DA8-B89C-D29B9FA0F9AD}"/>
          </ac:spMkLst>
        </pc:spChg>
        <pc:graphicFrameChg chg="add mod">
          <ac:chgData name="Arthi A" userId="8b33d3dac7e61a36" providerId="LiveId" clId="{56252774-7681-4ED4-9C86-55868589E2AE}" dt="2026-10-10T08:17:00.530" v="54" actId="2711"/>
          <ac:graphicFrameMkLst>
            <pc:docMk/>
            <pc:sldMk cId="2627034312" sldId="262"/>
            <ac:graphicFrameMk id="3" creationId="{A39823F9-CDD8-24D9-B6E6-4CE3F5C571B0}"/>
          </ac:graphicFrameMkLst>
        </pc:graphicFrameChg>
      </pc:sldChg>
      <pc:sldChg chg="addSp delSp modSp mod">
        <pc:chgData name="Arthi A" userId="8b33d3dac7e61a36" providerId="LiveId" clId="{56252774-7681-4ED4-9C86-55868589E2AE}" dt="2026-10-10T08:16:52.290" v="53" actId="2711"/>
        <pc:sldMkLst>
          <pc:docMk/>
          <pc:sldMk cId="3345566516" sldId="263"/>
        </pc:sldMkLst>
        <pc:spChg chg="mod">
          <ac:chgData name="Arthi A" userId="8b33d3dac7e61a36" providerId="LiveId" clId="{56252774-7681-4ED4-9C86-55868589E2AE}" dt="2026-10-10T08:15:41.822" v="47" actId="113"/>
          <ac:spMkLst>
            <pc:docMk/>
            <pc:sldMk cId="3345566516" sldId="263"/>
            <ac:spMk id="2" creationId="{EEBBF915-9C37-A8C2-CD16-13148B08AB70}"/>
          </ac:spMkLst>
        </pc:spChg>
        <pc:spChg chg="del">
          <ac:chgData name="Arthi A" userId="8b33d3dac7e61a36" providerId="LiveId" clId="{56252774-7681-4ED4-9C86-55868589E2AE}" dt="2026-10-10T08:16:25.412" v="48" actId="12084"/>
          <ac:spMkLst>
            <pc:docMk/>
            <pc:sldMk cId="3345566516" sldId="263"/>
            <ac:spMk id="3" creationId="{69A29D52-8042-55A9-768D-60BF28829541}"/>
          </ac:spMkLst>
        </pc:spChg>
        <pc:graphicFrameChg chg="add mod">
          <ac:chgData name="Arthi A" userId="8b33d3dac7e61a36" providerId="LiveId" clId="{56252774-7681-4ED4-9C86-55868589E2AE}" dt="2026-10-10T08:16:52.290" v="53" actId="2711"/>
          <ac:graphicFrameMkLst>
            <pc:docMk/>
            <pc:sldMk cId="3345566516" sldId="263"/>
            <ac:graphicFrameMk id="4" creationId="{915AEB03-96E6-8B44-03B8-962152CA6BD7}"/>
          </ac:graphicFrameMkLst>
        </pc:graphicFrameChg>
      </pc:sldChg>
      <pc:sldChg chg="addSp delSp modSp mod">
        <pc:chgData name="Arthi A" userId="8b33d3dac7e61a36" providerId="LiveId" clId="{56252774-7681-4ED4-9C86-55868589E2AE}" dt="2026-10-10T08:11:38.987" v="9" actId="1076"/>
        <pc:sldMkLst>
          <pc:docMk/>
          <pc:sldMk cId="487084942" sldId="264"/>
        </pc:sldMkLst>
        <pc:spChg chg="del">
          <ac:chgData name="Arthi A" userId="8b33d3dac7e61a36" providerId="LiveId" clId="{56252774-7681-4ED4-9C86-55868589E2AE}" dt="2026-10-10T08:09:14.052" v="1" actId="12084"/>
          <ac:spMkLst>
            <pc:docMk/>
            <pc:sldMk cId="487084942" sldId="264"/>
            <ac:spMk id="3" creationId="{3EAA13B7-4DBC-A9BE-AED7-478B83518B00}"/>
          </ac:spMkLst>
        </pc:spChg>
        <pc:spChg chg="del">
          <ac:chgData name="Arthi A" userId="8b33d3dac7e61a36" providerId="LiveId" clId="{56252774-7681-4ED4-9C86-55868589E2AE}" dt="2026-10-10T08:10:07.609" v="2" actId="12084"/>
          <ac:spMkLst>
            <pc:docMk/>
            <pc:sldMk cId="487084942" sldId="264"/>
            <ac:spMk id="4" creationId="{B8B7EE24-BBA4-BB47-AF9C-6EA8DECCAF53}"/>
          </ac:spMkLst>
        </pc:spChg>
        <pc:graphicFrameChg chg="add mod">
          <ac:chgData name="Arthi A" userId="8b33d3dac7e61a36" providerId="LiveId" clId="{56252774-7681-4ED4-9C86-55868589E2AE}" dt="2026-10-10T08:10:17.063" v="3" actId="1076"/>
          <ac:graphicFrameMkLst>
            <pc:docMk/>
            <pc:sldMk cId="487084942" sldId="264"/>
            <ac:graphicFrameMk id="5" creationId="{1B01D0C2-4459-615A-8749-E894A4293EB4}"/>
          </ac:graphicFrameMkLst>
        </pc:graphicFrameChg>
        <pc:graphicFrameChg chg="add mod">
          <ac:chgData name="Arthi A" userId="8b33d3dac7e61a36" providerId="LiveId" clId="{56252774-7681-4ED4-9C86-55868589E2AE}" dt="2026-10-10T08:11:38.987" v="9" actId="1076"/>
          <ac:graphicFrameMkLst>
            <pc:docMk/>
            <pc:sldMk cId="487084942" sldId="264"/>
            <ac:graphicFrameMk id="6" creationId="{0E8441E3-9E1F-C430-5D18-CB6173CFA8A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691A19-F4F0-4EB1-A25A-4AE416A328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919A895-0D7E-453A-BA29-539CE1A2F03F}">
      <dgm:prSet/>
      <dgm:spPr/>
      <dgm:t>
        <a:bodyPr/>
        <a:lstStyle/>
        <a:p>
          <a:r>
            <a:rPr lang="en-IN" b="1"/>
            <a:t>What does it do?</a:t>
          </a:r>
          <a:endParaRPr lang="en-IN"/>
        </a:p>
      </dgm:t>
    </dgm:pt>
    <dgm:pt modelId="{BA4AC1D3-9727-4956-9DE8-CC2706D17651}" type="parTrans" cxnId="{82C337B8-2AA9-49D1-9EBB-06AB4CC4E510}">
      <dgm:prSet/>
      <dgm:spPr/>
      <dgm:t>
        <a:bodyPr/>
        <a:lstStyle/>
        <a:p>
          <a:endParaRPr lang="en-IN"/>
        </a:p>
      </dgm:t>
    </dgm:pt>
    <dgm:pt modelId="{8B4EE48D-89D0-45D4-AE47-2E2517C0727E}" type="sibTrans" cxnId="{82C337B8-2AA9-49D1-9EBB-06AB4CC4E510}">
      <dgm:prSet/>
      <dgm:spPr/>
      <dgm:t>
        <a:bodyPr/>
        <a:lstStyle/>
        <a:p>
          <a:endParaRPr lang="en-IN"/>
        </a:p>
      </dgm:t>
    </dgm:pt>
    <dgm:pt modelId="{317105C8-7267-4FED-B97A-E7C10546A8F8}">
      <dgm:prSet/>
      <dgm:spPr/>
      <dgm:t>
        <a:bodyPr/>
        <a:lstStyle/>
        <a:p>
          <a:r>
            <a:rPr lang="en-IN" dirty="0"/>
            <a:t>Creates and terminates processes.</a:t>
          </a:r>
        </a:p>
      </dgm:t>
    </dgm:pt>
    <dgm:pt modelId="{A23C8EF5-7471-402C-ACB8-CF855E4F6F7D}" type="parTrans" cxnId="{A4288DDA-11BB-4844-A1A9-C2C144C8D8C4}">
      <dgm:prSet/>
      <dgm:spPr/>
      <dgm:t>
        <a:bodyPr/>
        <a:lstStyle/>
        <a:p>
          <a:endParaRPr lang="en-IN"/>
        </a:p>
      </dgm:t>
    </dgm:pt>
    <dgm:pt modelId="{1F60177A-D1B2-4849-A7F4-BB1F53DD05BE}" type="sibTrans" cxnId="{A4288DDA-11BB-4844-A1A9-C2C144C8D8C4}">
      <dgm:prSet/>
      <dgm:spPr/>
      <dgm:t>
        <a:bodyPr/>
        <a:lstStyle/>
        <a:p>
          <a:endParaRPr lang="en-IN"/>
        </a:p>
      </dgm:t>
    </dgm:pt>
    <dgm:pt modelId="{339C7D56-18C0-4506-8710-C4EA81FE5EFF}">
      <dgm:prSet/>
      <dgm:spPr/>
      <dgm:t>
        <a:bodyPr/>
        <a:lstStyle/>
        <a:p>
          <a:r>
            <a:rPr lang="en-IN"/>
            <a:t>Allocates CPU time.</a:t>
          </a:r>
        </a:p>
      </dgm:t>
    </dgm:pt>
    <dgm:pt modelId="{3C181843-9586-4014-8CF1-2DF21E820B01}" type="parTrans" cxnId="{DC5F1EEA-2058-478B-A7CA-02CBB1ECA480}">
      <dgm:prSet/>
      <dgm:spPr/>
      <dgm:t>
        <a:bodyPr/>
        <a:lstStyle/>
        <a:p>
          <a:endParaRPr lang="en-IN"/>
        </a:p>
      </dgm:t>
    </dgm:pt>
    <dgm:pt modelId="{747EB855-83AB-44C0-8815-C575F83F4DC2}" type="sibTrans" cxnId="{DC5F1EEA-2058-478B-A7CA-02CBB1ECA480}">
      <dgm:prSet/>
      <dgm:spPr/>
      <dgm:t>
        <a:bodyPr/>
        <a:lstStyle/>
        <a:p>
          <a:endParaRPr lang="en-IN"/>
        </a:p>
      </dgm:t>
    </dgm:pt>
    <dgm:pt modelId="{4AE5ECDD-134E-4694-86B9-13F0BCEA284C}">
      <dgm:prSet/>
      <dgm:spPr/>
      <dgm:t>
        <a:bodyPr/>
        <a:lstStyle/>
        <a:p>
          <a:r>
            <a:rPr lang="en-IN"/>
            <a:t>Performs context switching.</a:t>
          </a:r>
        </a:p>
      </dgm:t>
    </dgm:pt>
    <dgm:pt modelId="{DA114F77-E289-47CD-B3C0-46A293280ED6}" type="parTrans" cxnId="{ED7EDE09-B639-4C39-8BE4-2850C7EA6623}">
      <dgm:prSet/>
      <dgm:spPr/>
      <dgm:t>
        <a:bodyPr/>
        <a:lstStyle/>
        <a:p>
          <a:endParaRPr lang="en-IN"/>
        </a:p>
      </dgm:t>
    </dgm:pt>
    <dgm:pt modelId="{B710CD03-6E2D-408F-9F3B-B1602698C970}" type="sibTrans" cxnId="{ED7EDE09-B639-4C39-8BE4-2850C7EA6623}">
      <dgm:prSet/>
      <dgm:spPr/>
      <dgm:t>
        <a:bodyPr/>
        <a:lstStyle/>
        <a:p>
          <a:endParaRPr lang="en-IN"/>
        </a:p>
      </dgm:t>
    </dgm:pt>
    <dgm:pt modelId="{FD4F4F43-4E52-46A4-AA4F-7D9D8A87D0AD}">
      <dgm:prSet/>
      <dgm:spPr/>
      <dgm:t>
        <a:bodyPr/>
        <a:lstStyle/>
        <a:p>
          <a:r>
            <a:rPr lang="en-IN"/>
            <a:t>Handles process synchronization.</a:t>
          </a:r>
        </a:p>
      </dgm:t>
    </dgm:pt>
    <dgm:pt modelId="{DD0C6ECC-2C4D-446E-9F8E-7A0C22F6621E}" type="parTrans" cxnId="{1A1BB1D3-4E7B-4280-9BE9-6FC27624E48D}">
      <dgm:prSet/>
      <dgm:spPr/>
      <dgm:t>
        <a:bodyPr/>
        <a:lstStyle/>
        <a:p>
          <a:endParaRPr lang="en-IN"/>
        </a:p>
      </dgm:t>
    </dgm:pt>
    <dgm:pt modelId="{D14A4E38-ADEF-41EA-B520-B0FD693AF07C}" type="sibTrans" cxnId="{1A1BB1D3-4E7B-4280-9BE9-6FC27624E48D}">
      <dgm:prSet/>
      <dgm:spPr/>
      <dgm:t>
        <a:bodyPr/>
        <a:lstStyle/>
        <a:p>
          <a:endParaRPr lang="en-IN"/>
        </a:p>
      </dgm:t>
    </dgm:pt>
    <dgm:pt modelId="{15685941-93A5-45E4-B8F9-985BE6B3FE5B}" type="pres">
      <dgm:prSet presAssocID="{73691A19-F4F0-4EB1-A25A-4AE416A32864}" presName="linear" presStyleCnt="0">
        <dgm:presLayoutVars>
          <dgm:animLvl val="lvl"/>
          <dgm:resizeHandles val="exact"/>
        </dgm:presLayoutVars>
      </dgm:prSet>
      <dgm:spPr/>
    </dgm:pt>
    <dgm:pt modelId="{667C977A-49B4-40DD-9A70-58FE5BB04C62}" type="pres">
      <dgm:prSet presAssocID="{F919A895-0D7E-453A-BA29-539CE1A2F03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34F9175-8887-44DE-B7C7-153A728CA609}" type="pres">
      <dgm:prSet presAssocID="{F919A895-0D7E-453A-BA29-539CE1A2F03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D7EDE09-B639-4C39-8BE4-2850C7EA6623}" srcId="{F919A895-0D7E-453A-BA29-539CE1A2F03F}" destId="{4AE5ECDD-134E-4694-86B9-13F0BCEA284C}" srcOrd="2" destOrd="0" parTransId="{DA114F77-E289-47CD-B3C0-46A293280ED6}" sibTransId="{B710CD03-6E2D-408F-9F3B-B1602698C970}"/>
    <dgm:cxn modelId="{70E7184F-F956-4C9C-8B7F-AD41962C7A36}" type="presOf" srcId="{F919A895-0D7E-453A-BA29-539CE1A2F03F}" destId="{667C977A-49B4-40DD-9A70-58FE5BB04C62}" srcOrd="0" destOrd="0" presId="urn:microsoft.com/office/officeart/2005/8/layout/vList2"/>
    <dgm:cxn modelId="{80DEDD7B-E052-43E2-8413-D919A4870CAD}" type="presOf" srcId="{317105C8-7267-4FED-B97A-E7C10546A8F8}" destId="{D34F9175-8887-44DE-B7C7-153A728CA609}" srcOrd="0" destOrd="0" presId="urn:microsoft.com/office/officeart/2005/8/layout/vList2"/>
    <dgm:cxn modelId="{2A94E78D-16ED-4BFB-B583-7D33A24DBBEE}" type="presOf" srcId="{73691A19-F4F0-4EB1-A25A-4AE416A32864}" destId="{15685941-93A5-45E4-B8F9-985BE6B3FE5B}" srcOrd="0" destOrd="0" presId="urn:microsoft.com/office/officeart/2005/8/layout/vList2"/>
    <dgm:cxn modelId="{C6070CB1-D762-490A-8B92-110D24212058}" type="presOf" srcId="{FD4F4F43-4E52-46A4-AA4F-7D9D8A87D0AD}" destId="{D34F9175-8887-44DE-B7C7-153A728CA609}" srcOrd="0" destOrd="3" presId="urn:microsoft.com/office/officeart/2005/8/layout/vList2"/>
    <dgm:cxn modelId="{82C337B8-2AA9-49D1-9EBB-06AB4CC4E510}" srcId="{73691A19-F4F0-4EB1-A25A-4AE416A32864}" destId="{F919A895-0D7E-453A-BA29-539CE1A2F03F}" srcOrd="0" destOrd="0" parTransId="{BA4AC1D3-9727-4956-9DE8-CC2706D17651}" sibTransId="{8B4EE48D-89D0-45D4-AE47-2E2517C0727E}"/>
    <dgm:cxn modelId="{17455DCB-2F9D-4B2A-B254-EFE877C1AB6A}" type="presOf" srcId="{4AE5ECDD-134E-4694-86B9-13F0BCEA284C}" destId="{D34F9175-8887-44DE-B7C7-153A728CA609}" srcOrd="0" destOrd="2" presId="urn:microsoft.com/office/officeart/2005/8/layout/vList2"/>
    <dgm:cxn modelId="{1A1BB1D3-4E7B-4280-9BE9-6FC27624E48D}" srcId="{F919A895-0D7E-453A-BA29-539CE1A2F03F}" destId="{FD4F4F43-4E52-46A4-AA4F-7D9D8A87D0AD}" srcOrd="3" destOrd="0" parTransId="{DD0C6ECC-2C4D-446E-9F8E-7A0C22F6621E}" sibTransId="{D14A4E38-ADEF-41EA-B520-B0FD693AF07C}"/>
    <dgm:cxn modelId="{A4288DDA-11BB-4844-A1A9-C2C144C8D8C4}" srcId="{F919A895-0D7E-453A-BA29-539CE1A2F03F}" destId="{317105C8-7267-4FED-B97A-E7C10546A8F8}" srcOrd="0" destOrd="0" parTransId="{A23C8EF5-7471-402C-ACB8-CF855E4F6F7D}" sibTransId="{1F60177A-D1B2-4849-A7F4-BB1F53DD05BE}"/>
    <dgm:cxn modelId="{DC5F1EEA-2058-478B-A7CA-02CBB1ECA480}" srcId="{F919A895-0D7E-453A-BA29-539CE1A2F03F}" destId="{339C7D56-18C0-4506-8710-C4EA81FE5EFF}" srcOrd="1" destOrd="0" parTransId="{3C181843-9586-4014-8CF1-2DF21E820B01}" sibTransId="{747EB855-83AB-44C0-8815-C575F83F4DC2}"/>
    <dgm:cxn modelId="{91BEB1FD-FC27-4A72-8A57-9DE7EF002026}" type="presOf" srcId="{339C7D56-18C0-4506-8710-C4EA81FE5EFF}" destId="{D34F9175-8887-44DE-B7C7-153A728CA609}" srcOrd="0" destOrd="1" presId="urn:microsoft.com/office/officeart/2005/8/layout/vList2"/>
    <dgm:cxn modelId="{E1158E8F-25B3-4FF2-8812-D7C198C27714}" type="presParOf" srcId="{15685941-93A5-45E4-B8F9-985BE6B3FE5B}" destId="{667C977A-49B4-40DD-9A70-58FE5BB04C62}" srcOrd="0" destOrd="0" presId="urn:microsoft.com/office/officeart/2005/8/layout/vList2"/>
    <dgm:cxn modelId="{F7B97AA9-B35A-47C3-824E-127BD5FC7621}" type="presParOf" srcId="{15685941-93A5-45E4-B8F9-985BE6B3FE5B}" destId="{D34F9175-8887-44DE-B7C7-153A728CA609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41084-0B9D-43F5-B305-1D98A49052B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21064E5-3745-4499-94BE-CFD763AEAA8D}">
      <dgm:prSet/>
      <dgm:spPr/>
      <dgm:t>
        <a:bodyPr/>
        <a:lstStyle/>
        <a:p>
          <a:r>
            <a:rPr lang="en-IN" b="1" dirty="0"/>
            <a:t>Example System Calls</a:t>
          </a:r>
          <a:endParaRPr lang="en-IN" dirty="0"/>
        </a:p>
      </dgm:t>
    </dgm:pt>
    <dgm:pt modelId="{10BAF3C6-F905-436F-A9D3-607597889175}" type="parTrans" cxnId="{BDBEC4B6-FD2D-4E65-BD78-0C662F713ACB}">
      <dgm:prSet/>
      <dgm:spPr/>
      <dgm:t>
        <a:bodyPr/>
        <a:lstStyle/>
        <a:p>
          <a:endParaRPr lang="en-IN"/>
        </a:p>
      </dgm:t>
    </dgm:pt>
    <dgm:pt modelId="{6EAF1783-0701-49ED-AEDB-1C829B2BB6AB}" type="sibTrans" cxnId="{BDBEC4B6-FD2D-4E65-BD78-0C662F713ACB}">
      <dgm:prSet/>
      <dgm:spPr/>
      <dgm:t>
        <a:bodyPr/>
        <a:lstStyle/>
        <a:p>
          <a:endParaRPr lang="en-IN"/>
        </a:p>
      </dgm:t>
    </dgm:pt>
    <dgm:pt modelId="{00D502D7-AD5D-496F-A7F1-ABCAC969BBF8}">
      <dgm:prSet/>
      <dgm:spPr/>
      <dgm:t>
        <a:bodyPr/>
        <a:lstStyle/>
        <a:p>
          <a:r>
            <a:rPr lang="en-IN"/>
            <a:t>fork() → Create process</a:t>
          </a:r>
          <a:br>
            <a:rPr lang="en-IN"/>
          </a:br>
          <a:r>
            <a:rPr lang="en-IN"/>
            <a:t>execve() → Run program</a:t>
          </a:r>
          <a:br>
            <a:rPr lang="en-IN"/>
          </a:br>
          <a:r>
            <a:rPr lang="en-IN"/>
            <a:t>waitpid() → Wait for process</a:t>
          </a:r>
        </a:p>
      </dgm:t>
    </dgm:pt>
    <dgm:pt modelId="{99BF7354-84B1-43B2-B9D1-0E8AC9FF8DE2}" type="parTrans" cxnId="{6791EC3E-8D3C-4477-A9EE-D2197677409B}">
      <dgm:prSet/>
      <dgm:spPr/>
      <dgm:t>
        <a:bodyPr/>
        <a:lstStyle/>
        <a:p>
          <a:endParaRPr lang="en-IN"/>
        </a:p>
      </dgm:t>
    </dgm:pt>
    <dgm:pt modelId="{47658A8F-F5D3-4ADA-B9DB-6E7B13157366}" type="sibTrans" cxnId="{6791EC3E-8D3C-4477-A9EE-D2197677409B}">
      <dgm:prSet/>
      <dgm:spPr/>
      <dgm:t>
        <a:bodyPr/>
        <a:lstStyle/>
        <a:p>
          <a:endParaRPr lang="en-IN"/>
        </a:p>
      </dgm:t>
    </dgm:pt>
    <dgm:pt modelId="{E2D4CD12-7B08-44D4-8217-4BBE605A6672}">
      <dgm:prSet/>
      <dgm:spPr/>
      <dgm:t>
        <a:bodyPr/>
        <a:lstStyle/>
        <a:p>
          <a:r>
            <a:rPr lang="en-IN" b="1" dirty="0"/>
            <a:t>Example:</a:t>
          </a:r>
          <a:br>
            <a:rPr lang="en-IN" dirty="0"/>
          </a:br>
          <a:r>
            <a:rPr lang="en-IN" dirty="0"/>
            <a:t>When Chrome starts, the OS creates and schedules its processes.</a:t>
          </a:r>
        </a:p>
      </dgm:t>
    </dgm:pt>
    <dgm:pt modelId="{30ECE142-7236-437F-80A9-C0D33CE95F3F}" type="parTrans" cxnId="{AC538C0A-FC54-4C3F-95B7-F151FC02FD81}">
      <dgm:prSet/>
      <dgm:spPr/>
      <dgm:t>
        <a:bodyPr/>
        <a:lstStyle/>
        <a:p>
          <a:endParaRPr lang="en-IN"/>
        </a:p>
      </dgm:t>
    </dgm:pt>
    <dgm:pt modelId="{EA761D9E-71FF-4F54-93C5-7A582C05490C}" type="sibTrans" cxnId="{AC538C0A-FC54-4C3F-95B7-F151FC02FD81}">
      <dgm:prSet/>
      <dgm:spPr/>
      <dgm:t>
        <a:bodyPr/>
        <a:lstStyle/>
        <a:p>
          <a:endParaRPr lang="en-IN"/>
        </a:p>
      </dgm:t>
    </dgm:pt>
    <dgm:pt modelId="{87962BEE-46FE-4C01-A6E1-E0AF0B84FDF0}" type="pres">
      <dgm:prSet presAssocID="{14A41084-0B9D-43F5-B305-1D98A49052BB}" presName="linear" presStyleCnt="0">
        <dgm:presLayoutVars>
          <dgm:animLvl val="lvl"/>
          <dgm:resizeHandles val="exact"/>
        </dgm:presLayoutVars>
      </dgm:prSet>
      <dgm:spPr/>
    </dgm:pt>
    <dgm:pt modelId="{FDD6D5F5-62A9-48D3-A168-324FDEB945D9}" type="pres">
      <dgm:prSet presAssocID="{121064E5-3745-4499-94BE-CFD763AEAA8D}" presName="parentText" presStyleLbl="node1" presStyleIdx="0" presStyleCnt="2" custScaleY="33490">
        <dgm:presLayoutVars>
          <dgm:chMax val="0"/>
          <dgm:bulletEnabled val="1"/>
        </dgm:presLayoutVars>
      </dgm:prSet>
      <dgm:spPr/>
    </dgm:pt>
    <dgm:pt modelId="{2871E205-1AF3-4F96-B738-C6A0E51C85C9}" type="pres">
      <dgm:prSet presAssocID="{121064E5-3745-4499-94BE-CFD763AEAA8D}" presName="childText" presStyleLbl="revTx" presStyleIdx="0" presStyleCnt="1">
        <dgm:presLayoutVars>
          <dgm:bulletEnabled val="1"/>
        </dgm:presLayoutVars>
      </dgm:prSet>
      <dgm:spPr/>
    </dgm:pt>
    <dgm:pt modelId="{678E1CA1-FBC6-40D8-A6F0-210436C3115E}" type="pres">
      <dgm:prSet presAssocID="{E2D4CD12-7B08-44D4-8217-4BBE605A6672}" presName="parentText" presStyleLbl="node1" presStyleIdx="1" presStyleCnt="2" custScaleY="67966">
        <dgm:presLayoutVars>
          <dgm:chMax val="0"/>
          <dgm:bulletEnabled val="1"/>
        </dgm:presLayoutVars>
      </dgm:prSet>
      <dgm:spPr/>
    </dgm:pt>
  </dgm:ptLst>
  <dgm:cxnLst>
    <dgm:cxn modelId="{AC538C0A-FC54-4C3F-95B7-F151FC02FD81}" srcId="{14A41084-0B9D-43F5-B305-1D98A49052BB}" destId="{E2D4CD12-7B08-44D4-8217-4BBE605A6672}" srcOrd="1" destOrd="0" parTransId="{30ECE142-7236-437F-80A9-C0D33CE95F3F}" sibTransId="{EA761D9E-71FF-4F54-93C5-7A582C05490C}"/>
    <dgm:cxn modelId="{64F8191B-E05D-46A1-B035-B56ED97AF752}" type="presOf" srcId="{E2D4CD12-7B08-44D4-8217-4BBE605A6672}" destId="{678E1CA1-FBC6-40D8-A6F0-210436C3115E}" srcOrd="0" destOrd="0" presId="urn:microsoft.com/office/officeart/2005/8/layout/vList2"/>
    <dgm:cxn modelId="{6791EC3E-8D3C-4477-A9EE-D2197677409B}" srcId="{121064E5-3745-4499-94BE-CFD763AEAA8D}" destId="{00D502D7-AD5D-496F-A7F1-ABCAC969BBF8}" srcOrd="0" destOrd="0" parTransId="{99BF7354-84B1-43B2-B9D1-0E8AC9FF8DE2}" sibTransId="{47658A8F-F5D3-4ADA-B9DB-6E7B13157366}"/>
    <dgm:cxn modelId="{2175499D-59D0-4BF4-9155-9DD2D2060D5C}" type="presOf" srcId="{00D502D7-AD5D-496F-A7F1-ABCAC969BBF8}" destId="{2871E205-1AF3-4F96-B738-C6A0E51C85C9}" srcOrd="0" destOrd="0" presId="urn:microsoft.com/office/officeart/2005/8/layout/vList2"/>
    <dgm:cxn modelId="{BDBEC4B6-FD2D-4E65-BD78-0C662F713ACB}" srcId="{14A41084-0B9D-43F5-B305-1D98A49052BB}" destId="{121064E5-3745-4499-94BE-CFD763AEAA8D}" srcOrd="0" destOrd="0" parTransId="{10BAF3C6-F905-436F-A9D3-607597889175}" sibTransId="{6EAF1783-0701-49ED-AEDB-1C829B2BB6AB}"/>
    <dgm:cxn modelId="{A5C510C9-9F7C-4260-8772-43AD858005A0}" type="presOf" srcId="{121064E5-3745-4499-94BE-CFD763AEAA8D}" destId="{FDD6D5F5-62A9-48D3-A168-324FDEB945D9}" srcOrd="0" destOrd="0" presId="urn:microsoft.com/office/officeart/2005/8/layout/vList2"/>
    <dgm:cxn modelId="{70DFC6CD-0C68-4764-B320-D6E66E0320DE}" type="presOf" srcId="{14A41084-0B9D-43F5-B305-1D98A49052BB}" destId="{87962BEE-46FE-4C01-A6E1-E0AF0B84FDF0}" srcOrd="0" destOrd="0" presId="urn:microsoft.com/office/officeart/2005/8/layout/vList2"/>
    <dgm:cxn modelId="{A339E9E2-BFB7-4B03-901C-E2FF01582AAE}" type="presParOf" srcId="{87962BEE-46FE-4C01-A6E1-E0AF0B84FDF0}" destId="{FDD6D5F5-62A9-48D3-A168-324FDEB945D9}" srcOrd="0" destOrd="0" presId="urn:microsoft.com/office/officeart/2005/8/layout/vList2"/>
    <dgm:cxn modelId="{A8B3B071-7E06-47C6-A771-8E328DBC6339}" type="presParOf" srcId="{87962BEE-46FE-4C01-A6E1-E0AF0B84FDF0}" destId="{2871E205-1AF3-4F96-B738-C6A0E51C85C9}" srcOrd="1" destOrd="0" presId="urn:microsoft.com/office/officeart/2005/8/layout/vList2"/>
    <dgm:cxn modelId="{D65EC3B2-C4FA-4C7E-8393-E4ED5A01C4C6}" type="presParOf" srcId="{87962BEE-46FE-4C01-A6E1-E0AF0B84FDF0}" destId="{678E1CA1-FBC6-40D8-A6F0-210436C3115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D0EA46-EF0C-4E6E-A07C-174F355EB452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E17BFD1-D68C-44F7-850B-AC618714BDFC}">
      <dgm:prSet/>
      <dgm:spPr/>
      <dgm:t>
        <a:bodyPr/>
        <a:lstStyle/>
        <a:p>
          <a:r>
            <a:rPr lang="en-IN" b="1"/>
            <a:t>What does it do?</a:t>
          </a:r>
          <a:endParaRPr lang="en-IN"/>
        </a:p>
      </dgm:t>
    </dgm:pt>
    <dgm:pt modelId="{3CC09344-1FEA-4942-987C-B3214A0B73C4}" type="parTrans" cxnId="{6F1D4482-19EA-4131-BEF0-BA0C13341778}">
      <dgm:prSet/>
      <dgm:spPr/>
      <dgm:t>
        <a:bodyPr/>
        <a:lstStyle/>
        <a:p>
          <a:endParaRPr lang="en-IN"/>
        </a:p>
      </dgm:t>
    </dgm:pt>
    <dgm:pt modelId="{3F9E12BE-C284-455B-9EE4-CD86A1DA271D}" type="sibTrans" cxnId="{6F1D4482-19EA-4131-BEF0-BA0C13341778}">
      <dgm:prSet/>
      <dgm:spPr/>
      <dgm:t>
        <a:bodyPr/>
        <a:lstStyle/>
        <a:p>
          <a:endParaRPr lang="en-IN"/>
        </a:p>
      </dgm:t>
    </dgm:pt>
    <dgm:pt modelId="{24C57082-2C5E-43A3-885E-23FAA0F1DFB0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Allocates memory to processes.</a:t>
          </a:r>
        </a:p>
      </dgm:t>
    </dgm:pt>
    <dgm:pt modelId="{39290AAF-A3FD-45F4-9C6C-4EE9ACDBDE24}" type="parTrans" cxnId="{B55CA44E-82D8-4148-B7BD-80EF45FC3A07}">
      <dgm:prSet/>
      <dgm:spPr/>
      <dgm:t>
        <a:bodyPr/>
        <a:lstStyle/>
        <a:p>
          <a:endParaRPr lang="en-IN"/>
        </a:p>
      </dgm:t>
    </dgm:pt>
    <dgm:pt modelId="{58DBEDDF-88E1-445F-8C13-80390D9D0C25}" type="sibTrans" cxnId="{B55CA44E-82D8-4148-B7BD-80EF45FC3A07}">
      <dgm:prSet/>
      <dgm:spPr/>
      <dgm:t>
        <a:bodyPr/>
        <a:lstStyle/>
        <a:p>
          <a:endParaRPr lang="en-IN"/>
        </a:p>
      </dgm:t>
    </dgm:pt>
    <dgm:pt modelId="{A4E0E852-2B94-48B5-A47B-B1B6C026223A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Provides virtual memory.</a:t>
          </a:r>
        </a:p>
      </dgm:t>
    </dgm:pt>
    <dgm:pt modelId="{86FF4A06-B3A5-4AE2-B5E2-4A719CCB3751}" type="parTrans" cxnId="{1573C8E7-6FA1-43FC-BCE1-0C08CAC1D5D4}">
      <dgm:prSet/>
      <dgm:spPr/>
      <dgm:t>
        <a:bodyPr/>
        <a:lstStyle/>
        <a:p>
          <a:endParaRPr lang="en-IN"/>
        </a:p>
      </dgm:t>
    </dgm:pt>
    <dgm:pt modelId="{93722A08-D952-4952-AE96-2571514BBD0F}" type="sibTrans" cxnId="{1573C8E7-6FA1-43FC-BCE1-0C08CAC1D5D4}">
      <dgm:prSet/>
      <dgm:spPr/>
      <dgm:t>
        <a:bodyPr/>
        <a:lstStyle/>
        <a:p>
          <a:endParaRPr lang="en-IN"/>
        </a:p>
      </dgm:t>
    </dgm:pt>
    <dgm:pt modelId="{9D39ACF4-CFE5-4507-8025-A34DC04761B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Protects process memory.</a:t>
          </a:r>
        </a:p>
      </dgm:t>
    </dgm:pt>
    <dgm:pt modelId="{BF156630-6177-4BB5-9B01-85B6D11DE834}" type="parTrans" cxnId="{5F16675D-9937-45BA-98E3-2F535F1006DC}">
      <dgm:prSet/>
      <dgm:spPr/>
      <dgm:t>
        <a:bodyPr/>
        <a:lstStyle/>
        <a:p>
          <a:endParaRPr lang="en-IN"/>
        </a:p>
      </dgm:t>
    </dgm:pt>
    <dgm:pt modelId="{4A50476C-08F1-45D0-9688-8FABF147EE2C}" type="sibTrans" cxnId="{5F16675D-9937-45BA-98E3-2F535F1006DC}">
      <dgm:prSet/>
      <dgm:spPr/>
      <dgm:t>
        <a:bodyPr/>
        <a:lstStyle/>
        <a:p>
          <a:endParaRPr lang="en-IN"/>
        </a:p>
      </dgm:t>
    </dgm:pt>
    <dgm:pt modelId="{767DE7B8-1738-4C12-816E-0FD20C9FDC4C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Handles paging and page faults.</a:t>
          </a:r>
        </a:p>
      </dgm:t>
    </dgm:pt>
    <dgm:pt modelId="{9961AD57-B02B-4925-9381-A565349CA19D}" type="parTrans" cxnId="{FC782436-A55E-4B33-B8D2-2984F98E7138}">
      <dgm:prSet/>
      <dgm:spPr/>
      <dgm:t>
        <a:bodyPr/>
        <a:lstStyle/>
        <a:p>
          <a:endParaRPr lang="en-IN"/>
        </a:p>
      </dgm:t>
    </dgm:pt>
    <dgm:pt modelId="{37C3E2EF-E77F-458C-BE11-9E394392102A}" type="sibTrans" cxnId="{FC782436-A55E-4B33-B8D2-2984F98E7138}">
      <dgm:prSet/>
      <dgm:spPr/>
      <dgm:t>
        <a:bodyPr/>
        <a:lstStyle/>
        <a:p>
          <a:endParaRPr lang="en-IN"/>
        </a:p>
      </dgm:t>
    </dgm:pt>
    <dgm:pt modelId="{2C38787F-C5A4-4211-8A38-B1CF585E036D}" type="pres">
      <dgm:prSet presAssocID="{AED0EA46-EF0C-4E6E-A07C-174F355EB452}" presName="linear" presStyleCnt="0">
        <dgm:presLayoutVars>
          <dgm:animLvl val="lvl"/>
          <dgm:resizeHandles val="exact"/>
        </dgm:presLayoutVars>
      </dgm:prSet>
      <dgm:spPr/>
    </dgm:pt>
    <dgm:pt modelId="{3DD3B6D2-EDF6-4C1B-9A4D-83DED6D7F37E}" type="pres">
      <dgm:prSet presAssocID="{AE17BFD1-D68C-44F7-850B-AC618714BDFC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8D9BD08-E031-4612-AB76-9B48EA2E153C}" type="pres">
      <dgm:prSet presAssocID="{AE17BFD1-D68C-44F7-850B-AC618714BDF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C782436-A55E-4B33-B8D2-2984F98E7138}" srcId="{AE17BFD1-D68C-44F7-850B-AC618714BDFC}" destId="{767DE7B8-1738-4C12-816E-0FD20C9FDC4C}" srcOrd="3" destOrd="0" parTransId="{9961AD57-B02B-4925-9381-A565349CA19D}" sibTransId="{37C3E2EF-E77F-458C-BE11-9E394392102A}"/>
    <dgm:cxn modelId="{5F16675D-9937-45BA-98E3-2F535F1006DC}" srcId="{AE17BFD1-D68C-44F7-850B-AC618714BDFC}" destId="{9D39ACF4-CFE5-4507-8025-A34DC04761B5}" srcOrd="2" destOrd="0" parTransId="{BF156630-6177-4BB5-9B01-85B6D11DE834}" sibTransId="{4A50476C-08F1-45D0-9688-8FABF147EE2C}"/>
    <dgm:cxn modelId="{1C18CF41-8305-4DD6-AE45-412CA29A9C9D}" type="presOf" srcId="{767DE7B8-1738-4C12-816E-0FD20C9FDC4C}" destId="{58D9BD08-E031-4612-AB76-9B48EA2E153C}" srcOrd="0" destOrd="3" presId="urn:microsoft.com/office/officeart/2005/8/layout/vList2"/>
    <dgm:cxn modelId="{B55CA44E-82D8-4148-B7BD-80EF45FC3A07}" srcId="{AE17BFD1-D68C-44F7-850B-AC618714BDFC}" destId="{24C57082-2C5E-43A3-885E-23FAA0F1DFB0}" srcOrd="0" destOrd="0" parTransId="{39290AAF-A3FD-45F4-9C6C-4EE9ACDBDE24}" sibTransId="{58DBEDDF-88E1-445F-8C13-80390D9D0C25}"/>
    <dgm:cxn modelId="{B4AE3B52-3DE6-47B3-8535-442A05C0FB26}" type="presOf" srcId="{AED0EA46-EF0C-4E6E-A07C-174F355EB452}" destId="{2C38787F-C5A4-4211-8A38-B1CF585E036D}" srcOrd="0" destOrd="0" presId="urn:microsoft.com/office/officeart/2005/8/layout/vList2"/>
    <dgm:cxn modelId="{6B387C75-C613-4134-828F-455C7FAC76E8}" type="presOf" srcId="{AE17BFD1-D68C-44F7-850B-AC618714BDFC}" destId="{3DD3B6D2-EDF6-4C1B-9A4D-83DED6D7F37E}" srcOrd="0" destOrd="0" presId="urn:microsoft.com/office/officeart/2005/8/layout/vList2"/>
    <dgm:cxn modelId="{6F1D4482-19EA-4131-BEF0-BA0C13341778}" srcId="{AED0EA46-EF0C-4E6E-A07C-174F355EB452}" destId="{AE17BFD1-D68C-44F7-850B-AC618714BDFC}" srcOrd="0" destOrd="0" parTransId="{3CC09344-1FEA-4942-987C-B3214A0B73C4}" sibTransId="{3F9E12BE-C284-455B-9EE4-CD86A1DA271D}"/>
    <dgm:cxn modelId="{33ADE8C8-7959-49F6-A9E5-4AFCAE85828C}" type="presOf" srcId="{24C57082-2C5E-43A3-885E-23FAA0F1DFB0}" destId="{58D9BD08-E031-4612-AB76-9B48EA2E153C}" srcOrd="0" destOrd="0" presId="urn:microsoft.com/office/officeart/2005/8/layout/vList2"/>
    <dgm:cxn modelId="{1573C8E7-6FA1-43FC-BCE1-0C08CAC1D5D4}" srcId="{AE17BFD1-D68C-44F7-850B-AC618714BDFC}" destId="{A4E0E852-2B94-48B5-A47B-B1B6C026223A}" srcOrd="1" destOrd="0" parTransId="{86FF4A06-B3A5-4AE2-B5E2-4A719CCB3751}" sibTransId="{93722A08-D952-4952-AE96-2571514BBD0F}"/>
    <dgm:cxn modelId="{D1D6B4F3-49FE-4EA7-A171-48FD267E19C0}" type="presOf" srcId="{A4E0E852-2B94-48B5-A47B-B1B6C026223A}" destId="{58D9BD08-E031-4612-AB76-9B48EA2E153C}" srcOrd="0" destOrd="1" presId="urn:microsoft.com/office/officeart/2005/8/layout/vList2"/>
    <dgm:cxn modelId="{0FE141FE-D364-44D7-8E54-685149D2CDCA}" type="presOf" srcId="{9D39ACF4-CFE5-4507-8025-A34DC04761B5}" destId="{58D9BD08-E031-4612-AB76-9B48EA2E153C}" srcOrd="0" destOrd="2" presId="urn:microsoft.com/office/officeart/2005/8/layout/vList2"/>
    <dgm:cxn modelId="{7166CD01-40F3-4405-A3E4-134D911ECB1B}" type="presParOf" srcId="{2C38787F-C5A4-4211-8A38-B1CF585E036D}" destId="{3DD3B6D2-EDF6-4C1B-9A4D-83DED6D7F37E}" srcOrd="0" destOrd="0" presId="urn:microsoft.com/office/officeart/2005/8/layout/vList2"/>
    <dgm:cxn modelId="{50E9C2DE-7AB6-4DF0-8928-4BC6DEDA9536}" type="presParOf" srcId="{2C38787F-C5A4-4211-8A38-B1CF585E036D}" destId="{58D9BD08-E031-4612-AB76-9B48EA2E153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FF75BD-B2EB-428E-B2A8-85EECD54A8A0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643C6BD-5F0C-48E3-8A52-D5EF8141F220}">
      <dgm:prSet/>
      <dgm:spPr/>
      <dgm:t>
        <a:bodyPr/>
        <a:lstStyle/>
        <a:p>
          <a:r>
            <a:rPr lang="en-IN" b="1"/>
            <a:t>Example System Calls</a:t>
          </a:r>
          <a:endParaRPr lang="en-IN"/>
        </a:p>
      </dgm:t>
    </dgm:pt>
    <dgm:pt modelId="{D66B53A7-E95A-4018-9AB3-882B83112EF4}" type="parTrans" cxnId="{18B55C7D-599F-4B2F-8C67-E83309552E89}">
      <dgm:prSet/>
      <dgm:spPr/>
      <dgm:t>
        <a:bodyPr/>
        <a:lstStyle/>
        <a:p>
          <a:endParaRPr lang="en-IN"/>
        </a:p>
      </dgm:t>
    </dgm:pt>
    <dgm:pt modelId="{607FC67C-5524-4C8B-9CB8-0D3A1973C48F}" type="sibTrans" cxnId="{18B55C7D-599F-4B2F-8C67-E83309552E89}">
      <dgm:prSet/>
      <dgm:spPr/>
      <dgm:t>
        <a:bodyPr/>
        <a:lstStyle/>
        <a:p>
          <a:endParaRPr lang="en-IN"/>
        </a:p>
      </dgm:t>
    </dgm:pt>
    <dgm:pt modelId="{D23736F2-BBD4-4F51-9B88-73C1B6EAD37E}">
      <dgm:prSet/>
      <dgm:spPr/>
      <dgm:t>
        <a:bodyPr/>
        <a:lstStyle/>
        <a:p>
          <a:r>
            <a:rPr lang="en-IN" dirty="0" err="1">
              <a:latin typeface="Times New Roman" panose="02020603050405020304" pitchFamily="18" charset="0"/>
              <a:cs typeface="Times New Roman" panose="02020603050405020304" pitchFamily="18" charset="0"/>
            </a:rPr>
            <a:t>mmap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() → Map memory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munmap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() → Release mapping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 err="1">
              <a:latin typeface="Times New Roman" panose="02020603050405020304" pitchFamily="18" charset="0"/>
              <a:cs typeface="Times New Roman" panose="02020603050405020304" pitchFamily="18" charset="0"/>
            </a:rPr>
            <a:t>mprotect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() → Change protection</a:t>
          </a:r>
        </a:p>
      </dgm:t>
    </dgm:pt>
    <dgm:pt modelId="{6B2FC94C-7A60-45F9-AA02-AE18C8B3E079}" type="parTrans" cxnId="{D3304CF7-59A4-421E-ACC3-6F4FCAD7A7E5}">
      <dgm:prSet/>
      <dgm:spPr/>
      <dgm:t>
        <a:bodyPr/>
        <a:lstStyle/>
        <a:p>
          <a:endParaRPr lang="en-IN"/>
        </a:p>
      </dgm:t>
    </dgm:pt>
    <dgm:pt modelId="{099532DD-EB70-4ECC-8033-6D20F7D385CE}" type="sibTrans" cxnId="{D3304CF7-59A4-421E-ACC3-6F4FCAD7A7E5}">
      <dgm:prSet/>
      <dgm:spPr/>
      <dgm:t>
        <a:bodyPr/>
        <a:lstStyle/>
        <a:p>
          <a:endParaRPr lang="en-IN"/>
        </a:p>
      </dgm:t>
    </dgm:pt>
    <dgm:pt modelId="{73B019CB-1FD4-47E9-8249-63EE0C09CD2D}">
      <dgm:prSet/>
      <dgm:spPr/>
      <dgm:t>
        <a:bodyPr/>
        <a:lstStyle/>
        <a:p>
          <a:r>
            <a:rPr lang="en-IN" b="1" dirty="0"/>
            <a:t>Example:</a:t>
          </a:r>
          <a:br>
            <a:rPr lang="en-IN" dirty="0"/>
          </a:br>
          <a:r>
            <a:rPr lang="en-IN" dirty="0"/>
            <a:t>A browser gets memory for webpages, tabs, and video buffers.</a:t>
          </a:r>
        </a:p>
      </dgm:t>
    </dgm:pt>
    <dgm:pt modelId="{3A972EBC-C468-43D2-9930-FFAD39B9A32D}" type="parTrans" cxnId="{EF968CFB-F038-4AB7-9816-49C2FBCFD58B}">
      <dgm:prSet/>
      <dgm:spPr/>
      <dgm:t>
        <a:bodyPr/>
        <a:lstStyle/>
        <a:p>
          <a:endParaRPr lang="en-IN"/>
        </a:p>
      </dgm:t>
    </dgm:pt>
    <dgm:pt modelId="{5C8AF2A3-CA63-48F3-967D-86B6BA41994A}" type="sibTrans" cxnId="{EF968CFB-F038-4AB7-9816-49C2FBCFD58B}">
      <dgm:prSet/>
      <dgm:spPr/>
      <dgm:t>
        <a:bodyPr/>
        <a:lstStyle/>
        <a:p>
          <a:endParaRPr lang="en-IN"/>
        </a:p>
      </dgm:t>
    </dgm:pt>
    <dgm:pt modelId="{494CC758-7131-49AE-884D-AC7F3512512E}" type="pres">
      <dgm:prSet presAssocID="{89FF75BD-B2EB-428E-B2A8-85EECD54A8A0}" presName="linear" presStyleCnt="0">
        <dgm:presLayoutVars>
          <dgm:animLvl val="lvl"/>
          <dgm:resizeHandles val="exact"/>
        </dgm:presLayoutVars>
      </dgm:prSet>
      <dgm:spPr/>
    </dgm:pt>
    <dgm:pt modelId="{51D9DCBA-F628-4D3F-9B91-AF906059422B}" type="pres">
      <dgm:prSet presAssocID="{1643C6BD-5F0C-48E3-8A52-D5EF8141F220}" presName="parentText" presStyleLbl="node1" presStyleIdx="0" presStyleCnt="2" custScaleY="44537">
        <dgm:presLayoutVars>
          <dgm:chMax val="0"/>
          <dgm:bulletEnabled val="1"/>
        </dgm:presLayoutVars>
      </dgm:prSet>
      <dgm:spPr/>
    </dgm:pt>
    <dgm:pt modelId="{29A0CE3E-4BE6-4BE4-BAD1-1E65F617A2FB}" type="pres">
      <dgm:prSet presAssocID="{1643C6BD-5F0C-48E3-8A52-D5EF8141F220}" presName="childText" presStyleLbl="revTx" presStyleIdx="0" presStyleCnt="1">
        <dgm:presLayoutVars>
          <dgm:bulletEnabled val="1"/>
        </dgm:presLayoutVars>
      </dgm:prSet>
      <dgm:spPr/>
    </dgm:pt>
    <dgm:pt modelId="{E4DB2B2B-A593-449A-B4B5-988338954D88}" type="pres">
      <dgm:prSet presAssocID="{73B019CB-1FD4-47E9-8249-63EE0C09CD2D}" presName="parentText" presStyleLbl="node1" presStyleIdx="1" presStyleCnt="2" custScaleY="66670">
        <dgm:presLayoutVars>
          <dgm:chMax val="0"/>
          <dgm:bulletEnabled val="1"/>
        </dgm:presLayoutVars>
      </dgm:prSet>
      <dgm:spPr/>
    </dgm:pt>
  </dgm:ptLst>
  <dgm:cxnLst>
    <dgm:cxn modelId="{9848AD46-AA9E-4B0A-B926-A0B17A857969}" type="presOf" srcId="{89FF75BD-B2EB-428E-B2A8-85EECD54A8A0}" destId="{494CC758-7131-49AE-884D-AC7F3512512E}" srcOrd="0" destOrd="0" presId="urn:microsoft.com/office/officeart/2005/8/layout/vList2"/>
    <dgm:cxn modelId="{8C593876-A5A0-4856-B2C5-88437953A14D}" type="presOf" srcId="{D23736F2-BBD4-4F51-9B88-73C1B6EAD37E}" destId="{29A0CE3E-4BE6-4BE4-BAD1-1E65F617A2FB}" srcOrd="0" destOrd="0" presId="urn:microsoft.com/office/officeart/2005/8/layout/vList2"/>
    <dgm:cxn modelId="{18B55C7D-599F-4B2F-8C67-E83309552E89}" srcId="{89FF75BD-B2EB-428E-B2A8-85EECD54A8A0}" destId="{1643C6BD-5F0C-48E3-8A52-D5EF8141F220}" srcOrd="0" destOrd="0" parTransId="{D66B53A7-E95A-4018-9AB3-882B83112EF4}" sibTransId="{607FC67C-5524-4C8B-9CB8-0D3A1973C48F}"/>
    <dgm:cxn modelId="{09E29A90-E053-492C-8AF4-4139B37E8C4F}" type="presOf" srcId="{73B019CB-1FD4-47E9-8249-63EE0C09CD2D}" destId="{E4DB2B2B-A593-449A-B4B5-988338954D88}" srcOrd="0" destOrd="0" presId="urn:microsoft.com/office/officeart/2005/8/layout/vList2"/>
    <dgm:cxn modelId="{3D7B5CF2-205F-4400-BE45-8B6904E35968}" type="presOf" srcId="{1643C6BD-5F0C-48E3-8A52-D5EF8141F220}" destId="{51D9DCBA-F628-4D3F-9B91-AF906059422B}" srcOrd="0" destOrd="0" presId="urn:microsoft.com/office/officeart/2005/8/layout/vList2"/>
    <dgm:cxn modelId="{D3304CF7-59A4-421E-ACC3-6F4FCAD7A7E5}" srcId="{1643C6BD-5F0C-48E3-8A52-D5EF8141F220}" destId="{D23736F2-BBD4-4F51-9B88-73C1B6EAD37E}" srcOrd="0" destOrd="0" parTransId="{6B2FC94C-7A60-45F9-AA02-AE18C8B3E079}" sibTransId="{099532DD-EB70-4ECC-8033-6D20F7D385CE}"/>
    <dgm:cxn modelId="{EF968CFB-F038-4AB7-9816-49C2FBCFD58B}" srcId="{89FF75BD-B2EB-428E-B2A8-85EECD54A8A0}" destId="{73B019CB-1FD4-47E9-8249-63EE0C09CD2D}" srcOrd="1" destOrd="0" parTransId="{3A972EBC-C468-43D2-9930-FFAD39B9A32D}" sibTransId="{5C8AF2A3-CA63-48F3-967D-86B6BA41994A}"/>
    <dgm:cxn modelId="{FDE7EEBE-F6B4-4835-B5EE-964990E3CC19}" type="presParOf" srcId="{494CC758-7131-49AE-884D-AC7F3512512E}" destId="{51D9DCBA-F628-4D3F-9B91-AF906059422B}" srcOrd="0" destOrd="0" presId="urn:microsoft.com/office/officeart/2005/8/layout/vList2"/>
    <dgm:cxn modelId="{7011A31B-0742-4BAB-A46B-9AFB714B454F}" type="presParOf" srcId="{494CC758-7131-49AE-884D-AC7F3512512E}" destId="{29A0CE3E-4BE6-4BE4-BAD1-1E65F617A2FB}" srcOrd="1" destOrd="0" presId="urn:microsoft.com/office/officeart/2005/8/layout/vList2"/>
    <dgm:cxn modelId="{2F3A5BBC-DDD6-4C03-AA45-DA6B87DD43ED}" type="presParOf" srcId="{494CC758-7131-49AE-884D-AC7F3512512E}" destId="{E4DB2B2B-A593-449A-B4B5-988338954D88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175881-3F7F-4B7A-804B-7499CDADC8F5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6B091C0-90F4-4E5A-B059-3A4170E59595}">
      <dgm:prSet/>
      <dgm:spPr/>
      <dgm:t>
        <a:bodyPr/>
        <a:lstStyle/>
        <a:p>
          <a:r>
            <a:rPr lang="en-IN" b="1"/>
            <a:t>What does it do?</a:t>
          </a:r>
          <a:endParaRPr lang="en-IN"/>
        </a:p>
      </dgm:t>
    </dgm:pt>
    <dgm:pt modelId="{DFBE21E6-59B0-41BB-A810-3D7FB56CB1AC}" type="parTrans" cxnId="{5D948A76-B7EC-4DA3-827F-A027D3BCBD38}">
      <dgm:prSet/>
      <dgm:spPr/>
      <dgm:t>
        <a:bodyPr/>
        <a:lstStyle/>
        <a:p>
          <a:endParaRPr lang="en-IN"/>
        </a:p>
      </dgm:t>
    </dgm:pt>
    <dgm:pt modelId="{E03304D7-94E9-4B11-A59C-A1CE2294102F}" type="sibTrans" cxnId="{5D948A76-B7EC-4DA3-827F-A027D3BCBD38}">
      <dgm:prSet/>
      <dgm:spPr/>
      <dgm:t>
        <a:bodyPr/>
        <a:lstStyle/>
        <a:p>
          <a:endParaRPr lang="en-IN"/>
        </a:p>
      </dgm:t>
    </dgm:pt>
    <dgm:pt modelId="{08CB380A-E61B-4249-B7B7-E8592C336D4B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Controls input/output devices.</a:t>
          </a:r>
        </a:p>
      </dgm:t>
    </dgm:pt>
    <dgm:pt modelId="{D9B2878F-65F6-4ADB-8486-C5542DE36C1B}" type="parTrans" cxnId="{DD7E25CD-DFEA-4D1C-9E7D-43C149BF2873}">
      <dgm:prSet/>
      <dgm:spPr/>
      <dgm:t>
        <a:bodyPr/>
        <a:lstStyle/>
        <a:p>
          <a:endParaRPr lang="en-IN"/>
        </a:p>
      </dgm:t>
    </dgm:pt>
    <dgm:pt modelId="{D5264569-023A-4167-A70B-DBEC0FABC3FA}" type="sibTrans" cxnId="{DD7E25CD-DFEA-4D1C-9E7D-43C149BF2873}">
      <dgm:prSet/>
      <dgm:spPr/>
      <dgm:t>
        <a:bodyPr/>
        <a:lstStyle/>
        <a:p>
          <a:endParaRPr lang="en-IN"/>
        </a:p>
      </dgm:t>
    </dgm:pt>
    <dgm:pt modelId="{5EB4D6C6-1395-4B84-B95B-A3CC0824D51D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Manages device drivers.</a:t>
          </a:r>
        </a:p>
      </dgm:t>
    </dgm:pt>
    <dgm:pt modelId="{0C8110CE-E702-48B1-A1F9-D34D51EDA01D}" type="parTrans" cxnId="{9532B758-7A41-455A-ACCC-5DDAC8391828}">
      <dgm:prSet/>
      <dgm:spPr/>
      <dgm:t>
        <a:bodyPr/>
        <a:lstStyle/>
        <a:p>
          <a:endParaRPr lang="en-IN"/>
        </a:p>
      </dgm:t>
    </dgm:pt>
    <dgm:pt modelId="{190E49B8-87FB-4514-80A4-E34AD33932CB}" type="sibTrans" cxnId="{9532B758-7A41-455A-ACCC-5DDAC8391828}">
      <dgm:prSet/>
      <dgm:spPr/>
      <dgm:t>
        <a:bodyPr/>
        <a:lstStyle/>
        <a:p>
          <a:endParaRPr lang="en-IN"/>
        </a:p>
      </dgm:t>
    </dgm:pt>
    <dgm:pt modelId="{F215292D-72FB-46FB-B227-C3CEC2B4BA52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Handles buffering and caching.</a:t>
          </a:r>
        </a:p>
      </dgm:t>
    </dgm:pt>
    <dgm:pt modelId="{B5BE0B12-C5B6-4E4B-9649-DCECB427C9F5}" type="parTrans" cxnId="{5BB9BF28-EDB0-4845-94A7-804C01EAFA41}">
      <dgm:prSet/>
      <dgm:spPr/>
      <dgm:t>
        <a:bodyPr/>
        <a:lstStyle/>
        <a:p>
          <a:endParaRPr lang="en-IN"/>
        </a:p>
      </dgm:t>
    </dgm:pt>
    <dgm:pt modelId="{35E5E1F3-0A75-4B6E-898F-A3CAA2D676D3}" type="sibTrans" cxnId="{5BB9BF28-EDB0-4845-94A7-804C01EAFA41}">
      <dgm:prSet/>
      <dgm:spPr/>
      <dgm:t>
        <a:bodyPr/>
        <a:lstStyle/>
        <a:p>
          <a:endParaRPr lang="en-IN"/>
        </a:p>
      </dgm:t>
    </dgm:pt>
    <dgm:pt modelId="{DAEAD3BD-B097-4B93-B3C7-B2F78D0BA5BA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Provides a common interface to devices.</a:t>
          </a:r>
        </a:p>
      </dgm:t>
    </dgm:pt>
    <dgm:pt modelId="{1355A976-2EDC-41BE-9881-BAF7FF052126}" type="parTrans" cxnId="{A5F62CE3-6A9C-4EB9-8675-B29257AC3858}">
      <dgm:prSet/>
      <dgm:spPr/>
      <dgm:t>
        <a:bodyPr/>
        <a:lstStyle/>
        <a:p>
          <a:endParaRPr lang="en-IN"/>
        </a:p>
      </dgm:t>
    </dgm:pt>
    <dgm:pt modelId="{05D8D632-DD47-46EB-AB3D-8BC33021802E}" type="sibTrans" cxnId="{A5F62CE3-6A9C-4EB9-8675-B29257AC3858}">
      <dgm:prSet/>
      <dgm:spPr/>
      <dgm:t>
        <a:bodyPr/>
        <a:lstStyle/>
        <a:p>
          <a:endParaRPr lang="en-IN"/>
        </a:p>
      </dgm:t>
    </dgm:pt>
    <dgm:pt modelId="{475EF01B-9ADD-46CC-B65B-74BE12753040}" type="pres">
      <dgm:prSet presAssocID="{01175881-3F7F-4B7A-804B-7499CDADC8F5}" presName="linear" presStyleCnt="0">
        <dgm:presLayoutVars>
          <dgm:animLvl val="lvl"/>
          <dgm:resizeHandles val="exact"/>
        </dgm:presLayoutVars>
      </dgm:prSet>
      <dgm:spPr/>
    </dgm:pt>
    <dgm:pt modelId="{E21179F8-5F80-4018-9FB4-6D0864E39A8C}" type="pres">
      <dgm:prSet presAssocID="{46B091C0-90F4-4E5A-B059-3A4170E5959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5FF29566-96E6-4833-B172-594C7F854BA4}" type="pres">
      <dgm:prSet presAssocID="{46B091C0-90F4-4E5A-B059-3A4170E5959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BB9BF28-EDB0-4845-94A7-804C01EAFA41}" srcId="{46B091C0-90F4-4E5A-B059-3A4170E59595}" destId="{F215292D-72FB-46FB-B227-C3CEC2B4BA52}" srcOrd="2" destOrd="0" parTransId="{B5BE0B12-C5B6-4E4B-9649-DCECB427C9F5}" sibTransId="{35E5E1F3-0A75-4B6E-898F-A3CAA2D676D3}"/>
    <dgm:cxn modelId="{C8CF1B36-EF7D-4F58-AD80-43808108A8FD}" type="presOf" srcId="{5EB4D6C6-1395-4B84-B95B-A3CC0824D51D}" destId="{5FF29566-96E6-4833-B172-594C7F854BA4}" srcOrd="0" destOrd="1" presId="urn:microsoft.com/office/officeart/2005/8/layout/vList2"/>
    <dgm:cxn modelId="{BE630D37-AA1A-4BE1-B7E6-D7610F344D0E}" type="presOf" srcId="{01175881-3F7F-4B7A-804B-7499CDADC8F5}" destId="{475EF01B-9ADD-46CC-B65B-74BE12753040}" srcOrd="0" destOrd="0" presId="urn:microsoft.com/office/officeart/2005/8/layout/vList2"/>
    <dgm:cxn modelId="{5E98F53A-D2C3-4516-9100-68713B521693}" type="presOf" srcId="{08CB380A-E61B-4249-B7B7-E8592C336D4B}" destId="{5FF29566-96E6-4833-B172-594C7F854BA4}" srcOrd="0" destOrd="0" presId="urn:microsoft.com/office/officeart/2005/8/layout/vList2"/>
    <dgm:cxn modelId="{5D948A76-B7EC-4DA3-827F-A027D3BCBD38}" srcId="{01175881-3F7F-4B7A-804B-7499CDADC8F5}" destId="{46B091C0-90F4-4E5A-B059-3A4170E59595}" srcOrd="0" destOrd="0" parTransId="{DFBE21E6-59B0-41BB-A810-3D7FB56CB1AC}" sibTransId="{E03304D7-94E9-4B11-A59C-A1CE2294102F}"/>
    <dgm:cxn modelId="{9532B758-7A41-455A-ACCC-5DDAC8391828}" srcId="{46B091C0-90F4-4E5A-B059-3A4170E59595}" destId="{5EB4D6C6-1395-4B84-B95B-A3CC0824D51D}" srcOrd="1" destOrd="0" parTransId="{0C8110CE-E702-48B1-A1F9-D34D51EDA01D}" sibTransId="{190E49B8-87FB-4514-80A4-E34AD33932CB}"/>
    <dgm:cxn modelId="{C1BC7A8A-DFEC-48F6-8B37-44605D0D36E5}" type="presOf" srcId="{F215292D-72FB-46FB-B227-C3CEC2B4BA52}" destId="{5FF29566-96E6-4833-B172-594C7F854BA4}" srcOrd="0" destOrd="2" presId="urn:microsoft.com/office/officeart/2005/8/layout/vList2"/>
    <dgm:cxn modelId="{CD0D7FBB-F192-45E5-9AA9-81ACB35111E8}" type="presOf" srcId="{46B091C0-90F4-4E5A-B059-3A4170E59595}" destId="{E21179F8-5F80-4018-9FB4-6D0864E39A8C}" srcOrd="0" destOrd="0" presId="urn:microsoft.com/office/officeart/2005/8/layout/vList2"/>
    <dgm:cxn modelId="{DD7E25CD-DFEA-4D1C-9E7D-43C149BF2873}" srcId="{46B091C0-90F4-4E5A-B059-3A4170E59595}" destId="{08CB380A-E61B-4249-B7B7-E8592C336D4B}" srcOrd="0" destOrd="0" parTransId="{D9B2878F-65F6-4ADB-8486-C5542DE36C1B}" sibTransId="{D5264569-023A-4167-A70B-DBEC0FABC3FA}"/>
    <dgm:cxn modelId="{E0E492DE-7FF7-4008-88AB-C55A47AAE6DE}" type="presOf" srcId="{DAEAD3BD-B097-4B93-B3C7-B2F78D0BA5BA}" destId="{5FF29566-96E6-4833-B172-594C7F854BA4}" srcOrd="0" destOrd="3" presId="urn:microsoft.com/office/officeart/2005/8/layout/vList2"/>
    <dgm:cxn modelId="{A5F62CE3-6A9C-4EB9-8675-B29257AC3858}" srcId="{46B091C0-90F4-4E5A-B059-3A4170E59595}" destId="{DAEAD3BD-B097-4B93-B3C7-B2F78D0BA5BA}" srcOrd="3" destOrd="0" parTransId="{1355A976-2EDC-41BE-9881-BAF7FF052126}" sibTransId="{05D8D632-DD47-46EB-AB3D-8BC33021802E}"/>
    <dgm:cxn modelId="{8A13A57B-5AA9-4EB1-B81F-2E0DEE9E2AA1}" type="presParOf" srcId="{475EF01B-9ADD-46CC-B65B-74BE12753040}" destId="{E21179F8-5F80-4018-9FB4-6D0864E39A8C}" srcOrd="0" destOrd="0" presId="urn:microsoft.com/office/officeart/2005/8/layout/vList2"/>
    <dgm:cxn modelId="{2C9159FB-BD4C-4767-9F35-EC4532BC021E}" type="presParOf" srcId="{475EF01B-9ADD-46CC-B65B-74BE12753040}" destId="{5FF29566-96E6-4833-B172-594C7F854BA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3E34A5-E475-4392-B898-BC171E234F3E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0CD4808-B1CB-46E6-9668-A87A73E93438}">
      <dgm:prSet/>
      <dgm:spPr/>
      <dgm:t>
        <a:bodyPr/>
        <a:lstStyle/>
        <a:p>
          <a:r>
            <a:rPr lang="en-IN" b="1"/>
            <a:t>Example System Calls</a:t>
          </a:r>
          <a:endParaRPr lang="en-IN"/>
        </a:p>
      </dgm:t>
    </dgm:pt>
    <dgm:pt modelId="{63F6285B-8F07-479D-AB87-E10B8A11C615}" type="parTrans" cxnId="{51733DEA-888F-4392-8ED6-66EF51EF7923}">
      <dgm:prSet/>
      <dgm:spPr/>
      <dgm:t>
        <a:bodyPr/>
        <a:lstStyle/>
        <a:p>
          <a:endParaRPr lang="en-IN"/>
        </a:p>
      </dgm:t>
    </dgm:pt>
    <dgm:pt modelId="{68FD7513-17F8-417F-8056-36E2A04C73EA}" type="sibTrans" cxnId="{51733DEA-888F-4392-8ED6-66EF51EF7923}">
      <dgm:prSet/>
      <dgm:spPr/>
      <dgm:t>
        <a:bodyPr/>
        <a:lstStyle/>
        <a:p>
          <a:endParaRPr lang="en-IN"/>
        </a:p>
      </dgm:t>
    </dgm:pt>
    <dgm:pt modelId="{B4182556-8C97-47BB-BC3E-356E16AF7B10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open() → Open file/device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read() → Read data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write() → Write data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close() → Close resource</a:t>
          </a:r>
        </a:p>
      </dgm:t>
    </dgm:pt>
    <dgm:pt modelId="{7777ADB5-4258-4963-9F95-079335BADB08}" type="parTrans" cxnId="{ACC120B2-075C-49E3-BFFA-534CDD282609}">
      <dgm:prSet/>
      <dgm:spPr/>
      <dgm:t>
        <a:bodyPr/>
        <a:lstStyle/>
        <a:p>
          <a:endParaRPr lang="en-IN"/>
        </a:p>
      </dgm:t>
    </dgm:pt>
    <dgm:pt modelId="{C82065E9-3F02-43AF-A3F6-47AB111D5F48}" type="sibTrans" cxnId="{ACC120B2-075C-49E3-BFFA-534CDD282609}">
      <dgm:prSet/>
      <dgm:spPr/>
      <dgm:t>
        <a:bodyPr/>
        <a:lstStyle/>
        <a:p>
          <a:endParaRPr lang="en-IN"/>
        </a:p>
      </dgm:t>
    </dgm:pt>
    <dgm:pt modelId="{F1285576-B380-4751-B09F-AE0385B2FD6D}">
      <dgm:prSet/>
      <dgm:spPr/>
      <dgm:t>
        <a:bodyPr/>
        <a:lstStyle/>
        <a:p>
          <a:r>
            <a:rPr lang="en-IN" b="1"/>
            <a:t>Example:</a:t>
          </a:r>
          <a:br>
            <a:rPr lang="en-IN"/>
          </a:br>
          <a:r>
            <a:rPr lang="en-IN"/>
            <a:t>Reading a video file from an SSD requires OS I/O management.</a:t>
          </a:r>
        </a:p>
      </dgm:t>
    </dgm:pt>
    <dgm:pt modelId="{AA7F5624-3717-4BBE-BFB8-EC6AFD80EBBB}" type="parTrans" cxnId="{B4F3642E-B5AF-4414-B520-97A171A57A2A}">
      <dgm:prSet/>
      <dgm:spPr/>
      <dgm:t>
        <a:bodyPr/>
        <a:lstStyle/>
        <a:p>
          <a:endParaRPr lang="en-IN"/>
        </a:p>
      </dgm:t>
    </dgm:pt>
    <dgm:pt modelId="{FD3992C8-D5D1-4744-BCC6-6C7DBCFEFAE2}" type="sibTrans" cxnId="{B4F3642E-B5AF-4414-B520-97A171A57A2A}">
      <dgm:prSet/>
      <dgm:spPr/>
      <dgm:t>
        <a:bodyPr/>
        <a:lstStyle/>
        <a:p>
          <a:endParaRPr lang="en-IN"/>
        </a:p>
      </dgm:t>
    </dgm:pt>
    <dgm:pt modelId="{0CB7A5C2-AD37-49DC-9C74-6631A98FFCCB}" type="pres">
      <dgm:prSet presAssocID="{2A3E34A5-E475-4392-B898-BC171E234F3E}" presName="linear" presStyleCnt="0">
        <dgm:presLayoutVars>
          <dgm:animLvl val="lvl"/>
          <dgm:resizeHandles val="exact"/>
        </dgm:presLayoutVars>
      </dgm:prSet>
      <dgm:spPr/>
    </dgm:pt>
    <dgm:pt modelId="{00701A22-0E5D-44B9-AA33-A01232D1679C}" type="pres">
      <dgm:prSet presAssocID="{D0CD4808-B1CB-46E6-9668-A87A73E93438}" presName="parentText" presStyleLbl="node1" presStyleIdx="0" presStyleCnt="2" custScaleY="59821" custLinFactNeighborX="1371" custLinFactNeighborY="-681">
        <dgm:presLayoutVars>
          <dgm:chMax val="0"/>
          <dgm:bulletEnabled val="1"/>
        </dgm:presLayoutVars>
      </dgm:prSet>
      <dgm:spPr/>
    </dgm:pt>
    <dgm:pt modelId="{FB627892-5CA7-430B-8FC6-36D57FFA5245}" type="pres">
      <dgm:prSet presAssocID="{D0CD4808-B1CB-46E6-9668-A87A73E93438}" presName="childText" presStyleLbl="revTx" presStyleIdx="0" presStyleCnt="1">
        <dgm:presLayoutVars>
          <dgm:bulletEnabled val="1"/>
        </dgm:presLayoutVars>
      </dgm:prSet>
      <dgm:spPr/>
    </dgm:pt>
    <dgm:pt modelId="{A9B3128E-6D83-42EA-91A6-6A9F8BE9976E}" type="pres">
      <dgm:prSet presAssocID="{F1285576-B380-4751-B09F-AE0385B2FD6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4F3642E-B5AF-4414-B520-97A171A57A2A}" srcId="{2A3E34A5-E475-4392-B898-BC171E234F3E}" destId="{F1285576-B380-4751-B09F-AE0385B2FD6D}" srcOrd="1" destOrd="0" parTransId="{AA7F5624-3717-4BBE-BFB8-EC6AFD80EBBB}" sibTransId="{FD3992C8-D5D1-4744-BCC6-6C7DBCFEFAE2}"/>
    <dgm:cxn modelId="{EE0DCAA7-DD7E-4441-B8D5-A06360AC9322}" type="presOf" srcId="{F1285576-B380-4751-B09F-AE0385B2FD6D}" destId="{A9B3128E-6D83-42EA-91A6-6A9F8BE9976E}" srcOrd="0" destOrd="0" presId="urn:microsoft.com/office/officeart/2005/8/layout/vList2"/>
    <dgm:cxn modelId="{3343D4A9-3A56-47A0-852C-67AE848B9071}" type="presOf" srcId="{2A3E34A5-E475-4392-B898-BC171E234F3E}" destId="{0CB7A5C2-AD37-49DC-9C74-6631A98FFCCB}" srcOrd="0" destOrd="0" presId="urn:microsoft.com/office/officeart/2005/8/layout/vList2"/>
    <dgm:cxn modelId="{743897AE-E0C8-4986-9954-52ACDB1641A5}" type="presOf" srcId="{D0CD4808-B1CB-46E6-9668-A87A73E93438}" destId="{00701A22-0E5D-44B9-AA33-A01232D1679C}" srcOrd="0" destOrd="0" presId="urn:microsoft.com/office/officeart/2005/8/layout/vList2"/>
    <dgm:cxn modelId="{ACC120B2-075C-49E3-BFFA-534CDD282609}" srcId="{D0CD4808-B1CB-46E6-9668-A87A73E93438}" destId="{B4182556-8C97-47BB-BC3E-356E16AF7B10}" srcOrd="0" destOrd="0" parTransId="{7777ADB5-4258-4963-9F95-079335BADB08}" sibTransId="{C82065E9-3F02-43AF-A3F6-47AB111D5F48}"/>
    <dgm:cxn modelId="{51733DEA-888F-4392-8ED6-66EF51EF7923}" srcId="{2A3E34A5-E475-4392-B898-BC171E234F3E}" destId="{D0CD4808-B1CB-46E6-9668-A87A73E93438}" srcOrd="0" destOrd="0" parTransId="{63F6285B-8F07-479D-AB87-E10B8A11C615}" sibTransId="{68FD7513-17F8-417F-8056-36E2A04C73EA}"/>
    <dgm:cxn modelId="{CDAE33F3-9205-4B08-B42A-0AC92A632EAE}" type="presOf" srcId="{B4182556-8C97-47BB-BC3E-356E16AF7B10}" destId="{FB627892-5CA7-430B-8FC6-36D57FFA5245}" srcOrd="0" destOrd="0" presId="urn:microsoft.com/office/officeart/2005/8/layout/vList2"/>
    <dgm:cxn modelId="{6B4CF986-2808-46F5-9CA2-60C5C8941F38}" type="presParOf" srcId="{0CB7A5C2-AD37-49DC-9C74-6631A98FFCCB}" destId="{00701A22-0E5D-44B9-AA33-A01232D1679C}" srcOrd="0" destOrd="0" presId="urn:microsoft.com/office/officeart/2005/8/layout/vList2"/>
    <dgm:cxn modelId="{9A28691C-38BC-4469-A9B9-F758E93B99E0}" type="presParOf" srcId="{0CB7A5C2-AD37-49DC-9C74-6631A98FFCCB}" destId="{FB627892-5CA7-430B-8FC6-36D57FFA5245}" srcOrd="1" destOrd="0" presId="urn:microsoft.com/office/officeart/2005/8/layout/vList2"/>
    <dgm:cxn modelId="{C7E35581-2AC8-46BF-9647-D0400308D7D3}" type="presParOf" srcId="{0CB7A5C2-AD37-49DC-9C74-6631A98FFCCB}" destId="{A9B3128E-6D83-42EA-91A6-6A9F8BE9976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38A5BC-5484-45CC-B35B-A968525CDBC0}" type="doc">
      <dgm:prSet loTypeId="urn:microsoft.com/office/officeart/2005/8/layout/vList5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EC046D0-EFD5-428F-A8E8-F495B16588F3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Process</a:t>
          </a:r>
        </a:p>
      </dgm:t>
    </dgm:pt>
    <dgm:pt modelId="{BAD66D10-0609-49AD-B686-691211171B89}" type="parTrans" cxnId="{F8750126-18D7-4DB9-8C09-1F4630FDDDC3}">
      <dgm:prSet/>
      <dgm:spPr/>
      <dgm:t>
        <a:bodyPr/>
        <a:lstStyle/>
        <a:p>
          <a:endParaRPr lang="en-IN"/>
        </a:p>
      </dgm:t>
    </dgm:pt>
    <dgm:pt modelId="{EC619E5F-4475-4945-AB58-DB10E1E23F5D}" type="sibTrans" cxnId="{F8750126-18D7-4DB9-8C09-1F4630FDDDC3}">
      <dgm:prSet/>
      <dgm:spPr/>
      <dgm:t>
        <a:bodyPr/>
        <a:lstStyle/>
        <a:p>
          <a:endParaRPr lang="en-IN"/>
        </a:p>
      </dgm:t>
    </dgm:pt>
    <dgm:pt modelId="{6792810C-D296-412A-8BAA-DBE20D8E86F5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D49B6956-D0F9-400A-9651-0D7850E87EE4}" type="parTrans" cxnId="{046D81CC-2C71-47A0-9FC7-70084BF52A6F}">
      <dgm:prSet/>
      <dgm:spPr/>
      <dgm:t>
        <a:bodyPr/>
        <a:lstStyle/>
        <a:p>
          <a:endParaRPr lang="en-IN"/>
        </a:p>
      </dgm:t>
    </dgm:pt>
    <dgm:pt modelId="{A2750503-2FF3-4BE5-936D-D405B2FCFFF9}" type="sibTrans" cxnId="{046D81CC-2C71-47A0-9FC7-70084BF52A6F}">
      <dgm:prSet/>
      <dgm:spPr/>
      <dgm:t>
        <a:bodyPr/>
        <a:lstStyle/>
        <a:p>
          <a:endParaRPr lang="en-IN"/>
        </a:p>
      </dgm:t>
    </dgm:pt>
    <dgm:pt modelId="{6E52EB80-C86E-4742-8371-2E7F0D5DD79F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CPU Scheduling</a:t>
          </a:r>
        </a:p>
      </dgm:t>
    </dgm:pt>
    <dgm:pt modelId="{CA71E58F-0355-4EB9-AC18-30B817A0962C}" type="parTrans" cxnId="{9E376C5E-3D5C-4775-AEF4-CA33E62D5DCF}">
      <dgm:prSet/>
      <dgm:spPr/>
      <dgm:t>
        <a:bodyPr/>
        <a:lstStyle/>
        <a:p>
          <a:endParaRPr lang="en-IN"/>
        </a:p>
      </dgm:t>
    </dgm:pt>
    <dgm:pt modelId="{35DB4115-EEF8-4D87-92EF-0DAB9BA7DA72}" type="sibTrans" cxnId="{9E376C5E-3D5C-4775-AEF4-CA33E62D5DCF}">
      <dgm:prSet/>
      <dgm:spPr/>
      <dgm:t>
        <a:bodyPr/>
        <a:lstStyle/>
        <a:p>
          <a:endParaRPr lang="en-IN"/>
        </a:p>
      </dgm:t>
    </dgm:pt>
    <dgm:pt modelId="{08D47767-14E8-426D-BD85-D8ECAEC8D178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2E9110B3-75F6-4F3E-8B6B-E4CBC50FB60C}" type="parTrans" cxnId="{B035328C-E5AD-46BC-A144-4F6B63B4CA9B}">
      <dgm:prSet/>
      <dgm:spPr/>
      <dgm:t>
        <a:bodyPr/>
        <a:lstStyle/>
        <a:p>
          <a:endParaRPr lang="en-IN"/>
        </a:p>
      </dgm:t>
    </dgm:pt>
    <dgm:pt modelId="{773482C2-17B1-4709-97FE-26002789B926}" type="sibTrans" cxnId="{B035328C-E5AD-46BC-A144-4F6B63B4CA9B}">
      <dgm:prSet/>
      <dgm:spPr/>
      <dgm:t>
        <a:bodyPr/>
        <a:lstStyle/>
        <a:p>
          <a:endParaRPr lang="en-IN"/>
        </a:p>
      </dgm:t>
    </dgm:pt>
    <dgm:pt modelId="{8B146832-8229-4274-ADC0-D6E443748338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Memory Management</a:t>
          </a:r>
        </a:p>
      </dgm:t>
    </dgm:pt>
    <dgm:pt modelId="{3560D5B4-9076-4046-AEAA-BE8B4AA361B6}" type="parTrans" cxnId="{EE5DC438-AF4B-4533-9614-762DE99EA8E7}">
      <dgm:prSet/>
      <dgm:spPr/>
      <dgm:t>
        <a:bodyPr/>
        <a:lstStyle/>
        <a:p>
          <a:endParaRPr lang="en-IN"/>
        </a:p>
      </dgm:t>
    </dgm:pt>
    <dgm:pt modelId="{97373AE5-9DDA-4117-8F50-2A23CD38036D}" type="sibTrans" cxnId="{EE5DC438-AF4B-4533-9614-762DE99EA8E7}">
      <dgm:prSet/>
      <dgm:spPr/>
      <dgm:t>
        <a:bodyPr/>
        <a:lstStyle/>
        <a:p>
          <a:endParaRPr lang="en-IN"/>
        </a:p>
      </dgm:t>
    </dgm:pt>
    <dgm:pt modelId="{11A0BEC9-804A-46A3-A0B2-D261303D5801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1DCF998C-4336-488D-8869-0BF80FAB86FE}" type="parTrans" cxnId="{33BDF705-C958-4489-9029-17707B0AF2AA}">
      <dgm:prSet/>
      <dgm:spPr/>
      <dgm:t>
        <a:bodyPr/>
        <a:lstStyle/>
        <a:p>
          <a:endParaRPr lang="en-IN"/>
        </a:p>
      </dgm:t>
    </dgm:pt>
    <dgm:pt modelId="{015F70A7-6A44-4428-A7B0-EF15491ABC96}" type="sibTrans" cxnId="{33BDF705-C958-4489-9029-17707B0AF2AA}">
      <dgm:prSet/>
      <dgm:spPr/>
      <dgm:t>
        <a:bodyPr/>
        <a:lstStyle/>
        <a:p>
          <a:endParaRPr lang="en-IN"/>
        </a:p>
      </dgm:t>
    </dgm:pt>
    <dgm:pt modelId="{BD899ADE-EC84-4ED5-AACD-E5FF22F1EE6E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I/O Request</a:t>
          </a:r>
        </a:p>
      </dgm:t>
    </dgm:pt>
    <dgm:pt modelId="{40591A75-0EF7-4DBC-ACF7-B08D790B103A}" type="parTrans" cxnId="{14BF87C9-5D70-4C72-BC76-0EBE4C5FD99A}">
      <dgm:prSet/>
      <dgm:spPr/>
      <dgm:t>
        <a:bodyPr/>
        <a:lstStyle/>
        <a:p>
          <a:endParaRPr lang="en-IN"/>
        </a:p>
      </dgm:t>
    </dgm:pt>
    <dgm:pt modelId="{26772E25-C84D-4B9D-B894-99509E2A7533}" type="sibTrans" cxnId="{14BF87C9-5D70-4C72-BC76-0EBE4C5FD99A}">
      <dgm:prSet/>
      <dgm:spPr/>
      <dgm:t>
        <a:bodyPr/>
        <a:lstStyle/>
        <a:p>
          <a:endParaRPr lang="en-IN"/>
        </a:p>
      </dgm:t>
    </dgm:pt>
    <dgm:pt modelId="{4CB2B2E2-9D8C-46BD-A6CD-30E4D3FF20B6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C6607C54-34B4-460C-AE80-076A3BA53288}" type="parTrans" cxnId="{FF3A7664-D8C4-4DB6-8288-936137FBE854}">
      <dgm:prSet/>
      <dgm:spPr/>
      <dgm:t>
        <a:bodyPr/>
        <a:lstStyle/>
        <a:p>
          <a:endParaRPr lang="en-IN"/>
        </a:p>
      </dgm:t>
    </dgm:pt>
    <dgm:pt modelId="{24056A81-019C-44DE-97C0-13F747DD9ACE}" type="sibTrans" cxnId="{FF3A7664-D8C4-4DB6-8288-936137FBE854}">
      <dgm:prSet/>
      <dgm:spPr/>
      <dgm:t>
        <a:bodyPr/>
        <a:lstStyle/>
        <a:p>
          <a:endParaRPr lang="en-IN"/>
        </a:p>
      </dgm:t>
    </dgm:pt>
    <dgm:pt modelId="{12173918-25E4-4950-8196-A50AC845005D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Device Driver</a:t>
          </a:r>
        </a:p>
      </dgm:t>
    </dgm:pt>
    <dgm:pt modelId="{4207A098-08E5-490B-8848-63D871325DE9}" type="parTrans" cxnId="{B7C76D0E-DAAD-4BC5-8CF5-D69D8AD07D6E}">
      <dgm:prSet/>
      <dgm:spPr/>
      <dgm:t>
        <a:bodyPr/>
        <a:lstStyle/>
        <a:p>
          <a:endParaRPr lang="en-IN"/>
        </a:p>
      </dgm:t>
    </dgm:pt>
    <dgm:pt modelId="{9EB08BFE-0C97-4C5F-922C-DE1C32FDC5C2}" type="sibTrans" cxnId="{B7C76D0E-DAAD-4BC5-8CF5-D69D8AD07D6E}">
      <dgm:prSet/>
      <dgm:spPr/>
      <dgm:t>
        <a:bodyPr/>
        <a:lstStyle/>
        <a:p>
          <a:endParaRPr lang="en-IN"/>
        </a:p>
      </dgm:t>
    </dgm:pt>
    <dgm:pt modelId="{4BDAE222-1E45-4C5F-97AE-6D35544BA5F5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gm:t>
    </dgm:pt>
    <dgm:pt modelId="{D4111F6F-37CF-4101-AA53-7731C4526000}" type="parTrans" cxnId="{6AA214AE-BBAA-4C21-B89B-DD03E1767280}">
      <dgm:prSet/>
      <dgm:spPr/>
      <dgm:t>
        <a:bodyPr/>
        <a:lstStyle/>
        <a:p>
          <a:endParaRPr lang="en-IN"/>
        </a:p>
      </dgm:t>
    </dgm:pt>
    <dgm:pt modelId="{EEB75EEC-63A5-47E6-B5B8-56C88C2EC83A}" type="sibTrans" cxnId="{6AA214AE-BBAA-4C21-B89B-DD03E1767280}">
      <dgm:prSet/>
      <dgm:spPr/>
      <dgm:t>
        <a:bodyPr/>
        <a:lstStyle/>
        <a:p>
          <a:endParaRPr lang="en-IN"/>
        </a:p>
      </dgm:t>
    </dgm:pt>
    <dgm:pt modelId="{F12F675F-46D8-43A1-A491-E2DBB8053C33}">
      <dgm:prSet/>
      <dgm:spPr/>
      <dgm:t>
        <a:bodyPr/>
        <a:lstStyle/>
        <a:p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Hardware</a:t>
          </a:r>
        </a:p>
      </dgm:t>
    </dgm:pt>
    <dgm:pt modelId="{F6B147CC-AC6B-432C-8641-3F790FBEA8B5}" type="parTrans" cxnId="{8F18B2E5-D950-43D4-8893-E911C3D84900}">
      <dgm:prSet/>
      <dgm:spPr/>
      <dgm:t>
        <a:bodyPr/>
        <a:lstStyle/>
        <a:p>
          <a:endParaRPr lang="en-IN"/>
        </a:p>
      </dgm:t>
    </dgm:pt>
    <dgm:pt modelId="{DB3BBC97-E940-4AEF-AA0A-9D6269186406}" type="sibTrans" cxnId="{8F18B2E5-D950-43D4-8893-E911C3D84900}">
      <dgm:prSet/>
      <dgm:spPr/>
      <dgm:t>
        <a:bodyPr/>
        <a:lstStyle/>
        <a:p>
          <a:endParaRPr lang="en-IN"/>
        </a:p>
      </dgm:t>
    </dgm:pt>
    <dgm:pt modelId="{06632A2B-AD4F-41CC-A452-C76EDEF9C6AD}" type="pres">
      <dgm:prSet presAssocID="{3038A5BC-5484-45CC-B35B-A968525CDBC0}" presName="Name0" presStyleCnt="0">
        <dgm:presLayoutVars>
          <dgm:dir/>
          <dgm:animLvl val="lvl"/>
          <dgm:resizeHandles val="exact"/>
        </dgm:presLayoutVars>
      </dgm:prSet>
      <dgm:spPr/>
    </dgm:pt>
    <dgm:pt modelId="{67B95DC3-AE79-49BE-9038-534EEE607698}" type="pres">
      <dgm:prSet presAssocID="{9EC046D0-EFD5-428F-A8E8-F495B16588F3}" presName="linNode" presStyleCnt="0"/>
      <dgm:spPr/>
    </dgm:pt>
    <dgm:pt modelId="{B0DCF40E-5B27-4612-AC17-C3891C164CA0}" type="pres">
      <dgm:prSet presAssocID="{9EC046D0-EFD5-428F-A8E8-F495B16588F3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065585B8-16E1-46AE-8FE1-5A19506AC268}" type="pres">
      <dgm:prSet presAssocID="{EC619E5F-4475-4945-AB58-DB10E1E23F5D}" presName="sp" presStyleCnt="0"/>
      <dgm:spPr/>
    </dgm:pt>
    <dgm:pt modelId="{5A75383F-E1A8-4CB2-BCEF-26962015C567}" type="pres">
      <dgm:prSet presAssocID="{6792810C-D296-412A-8BAA-DBE20D8E86F5}" presName="linNode" presStyleCnt="0"/>
      <dgm:spPr/>
    </dgm:pt>
    <dgm:pt modelId="{ADB7F419-6438-467B-AF35-EE50688E12B4}" type="pres">
      <dgm:prSet presAssocID="{6792810C-D296-412A-8BAA-DBE20D8E86F5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9A2E5166-FDC8-4B83-8F49-3B37E332E229}" type="pres">
      <dgm:prSet presAssocID="{6792810C-D296-412A-8BAA-DBE20D8E86F5}" presName="descendantText" presStyleLbl="alignAccFollowNode1" presStyleIdx="0" presStyleCnt="5">
        <dgm:presLayoutVars>
          <dgm:bulletEnabled val="1"/>
        </dgm:presLayoutVars>
      </dgm:prSet>
      <dgm:spPr/>
    </dgm:pt>
    <dgm:pt modelId="{FEB567B4-6FA9-48F0-92A8-1FB2C67EF7AF}" type="pres">
      <dgm:prSet presAssocID="{A2750503-2FF3-4BE5-936D-D405B2FCFFF9}" presName="sp" presStyleCnt="0"/>
      <dgm:spPr/>
    </dgm:pt>
    <dgm:pt modelId="{18654B44-F4AA-4951-A133-9A3F288ED3EF}" type="pres">
      <dgm:prSet presAssocID="{08D47767-14E8-426D-BD85-D8ECAEC8D178}" presName="linNode" presStyleCnt="0"/>
      <dgm:spPr/>
    </dgm:pt>
    <dgm:pt modelId="{2984694A-1EDB-4B08-B2D6-67662E00EB8A}" type="pres">
      <dgm:prSet presAssocID="{08D47767-14E8-426D-BD85-D8ECAEC8D17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01CD32EF-039A-4801-8C6C-CB086F4F0329}" type="pres">
      <dgm:prSet presAssocID="{08D47767-14E8-426D-BD85-D8ECAEC8D178}" presName="descendantText" presStyleLbl="alignAccFollowNode1" presStyleIdx="1" presStyleCnt="5">
        <dgm:presLayoutVars>
          <dgm:bulletEnabled val="1"/>
        </dgm:presLayoutVars>
      </dgm:prSet>
      <dgm:spPr/>
    </dgm:pt>
    <dgm:pt modelId="{B628DA99-BBD3-4D70-A6B1-5EED68942CA3}" type="pres">
      <dgm:prSet presAssocID="{773482C2-17B1-4709-97FE-26002789B926}" presName="sp" presStyleCnt="0"/>
      <dgm:spPr/>
    </dgm:pt>
    <dgm:pt modelId="{7BDEC036-2143-43E3-AE0A-9480425977A7}" type="pres">
      <dgm:prSet presAssocID="{11A0BEC9-804A-46A3-A0B2-D261303D5801}" presName="linNode" presStyleCnt="0"/>
      <dgm:spPr/>
    </dgm:pt>
    <dgm:pt modelId="{9CB18FBB-9F36-488E-9FF3-C6CB22934AF0}" type="pres">
      <dgm:prSet presAssocID="{11A0BEC9-804A-46A3-A0B2-D261303D5801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991973B4-393D-4597-A9F5-989BF6FAD472}" type="pres">
      <dgm:prSet presAssocID="{11A0BEC9-804A-46A3-A0B2-D261303D5801}" presName="descendantText" presStyleLbl="alignAccFollowNode1" presStyleIdx="2" presStyleCnt="5">
        <dgm:presLayoutVars>
          <dgm:bulletEnabled val="1"/>
        </dgm:presLayoutVars>
      </dgm:prSet>
      <dgm:spPr/>
    </dgm:pt>
    <dgm:pt modelId="{144D815A-7402-4ACE-AFCE-5A314D34FFC0}" type="pres">
      <dgm:prSet presAssocID="{015F70A7-6A44-4428-A7B0-EF15491ABC96}" presName="sp" presStyleCnt="0"/>
      <dgm:spPr/>
    </dgm:pt>
    <dgm:pt modelId="{D6696FC1-44A7-473B-96BC-D2D009563503}" type="pres">
      <dgm:prSet presAssocID="{4CB2B2E2-9D8C-46BD-A6CD-30E4D3FF20B6}" presName="linNode" presStyleCnt="0"/>
      <dgm:spPr/>
    </dgm:pt>
    <dgm:pt modelId="{CFA0E75F-A2A1-4E3D-AE1F-E84E8905A00B}" type="pres">
      <dgm:prSet presAssocID="{4CB2B2E2-9D8C-46BD-A6CD-30E4D3FF20B6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C4C9B648-1BB9-4805-B19E-667D2B3F8C48}" type="pres">
      <dgm:prSet presAssocID="{4CB2B2E2-9D8C-46BD-A6CD-30E4D3FF20B6}" presName="descendantText" presStyleLbl="alignAccFollowNode1" presStyleIdx="3" presStyleCnt="5">
        <dgm:presLayoutVars>
          <dgm:bulletEnabled val="1"/>
        </dgm:presLayoutVars>
      </dgm:prSet>
      <dgm:spPr/>
    </dgm:pt>
    <dgm:pt modelId="{9982AD82-9237-4AB1-969E-391B076A03F4}" type="pres">
      <dgm:prSet presAssocID="{24056A81-019C-44DE-97C0-13F747DD9ACE}" presName="sp" presStyleCnt="0"/>
      <dgm:spPr/>
    </dgm:pt>
    <dgm:pt modelId="{FC875CF8-1211-451D-8ED0-245C4B97C356}" type="pres">
      <dgm:prSet presAssocID="{4BDAE222-1E45-4C5F-97AE-6D35544BA5F5}" presName="linNode" presStyleCnt="0"/>
      <dgm:spPr/>
    </dgm:pt>
    <dgm:pt modelId="{82AA8844-A65A-48C2-A39B-92E82D32146F}" type="pres">
      <dgm:prSet presAssocID="{4BDAE222-1E45-4C5F-97AE-6D35544BA5F5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A1657C5F-7364-4A5C-88F0-27374EEE0F09}" type="pres">
      <dgm:prSet presAssocID="{4BDAE222-1E45-4C5F-97AE-6D35544BA5F5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3BDF705-C958-4489-9029-17707B0AF2AA}" srcId="{3038A5BC-5484-45CC-B35B-A968525CDBC0}" destId="{11A0BEC9-804A-46A3-A0B2-D261303D5801}" srcOrd="3" destOrd="0" parTransId="{1DCF998C-4336-488D-8869-0BF80FAB86FE}" sibTransId="{015F70A7-6A44-4428-A7B0-EF15491ABC96}"/>
    <dgm:cxn modelId="{B4CCBE0D-A620-48B3-8075-52C861F18F26}" type="presOf" srcId="{F12F675F-46D8-43A1-A491-E2DBB8053C33}" destId="{A1657C5F-7364-4A5C-88F0-27374EEE0F09}" srcOrd="0" destOrd="0" presId="urn:microsoft.com/office/officeart/2005/8/layout/vList5"/>
    <dgm:cxn modelId="{B7C76D0E-DAAD-4BC5-8CF5-D69D8AD07D6E}" srcId="{4CB2B2E2-9D8C-46BD-A6CD-30E4D3FF20B6}" destId="{12173918-25E4-4950-8196-A50AC845005D}" srcOrd="0" destOrd="0" parTransId="{4207A098-08E5-490B-8848-63D871325DE9}" sibTransId="{9EB08BFE-0C97-4C5F-922C-DE1C32FDC5C2}"/>
    <dgm:cxn modelId="{0B62E11A-9AEE-4BD8-A1A6-D0473B72CDFC}" type="presOf" srcId="{6792810C-D296-412A-8BAA-DBE20D8E86F5}" destId="{ADB7F419-6438-467B-AF35-EE50688E12B4}" srcOrd="0" destOrd="0" presId="urn:microsoft.com/office/officeart/2005/8/layout/vList5"/>
    <dgm:cxn modelId="{F8750126-18D7-4DB9-8C09-1F4630FDDDC3}" srcId="{3038A5BC-5484-45CC-B35B-A968525CDBC0}" destId="{9EC046D0-EFD5-428F-A8E8-F495B16588F3}" srcOrd="0" destOrd="0" parTransId="{BAD66D10-0609-49AD-B686-691211171B89}" sibTransId="{EC619E5F-4475-4945-AB58-DB10E1E23F5D}"/>
    <dgm:cxn modelId="{EE5DC438-AF4B-4533-9614-762DE99EA8E7}" srcId="{08D47767-14E8-426D-BD85-D8ECAEC8D178}" destId="{8B146832-8229-4274-ADC0-D6E443748338}" srcOrd="0" destOrd="0" parTransId="{3560D5B4-9076-4046-AEAA-BE8B4AA361B6}" sibTransId="{97373AE5-9DDA-4117-8F50-2A23CD38036D}"/>
    <dgm:cxn modelId="{9E376C5E-3D5C-4775-AEF4-CA33E62D5DCF}" srcId="{6792810C-D296-412A-8BAA-DBE20D8E86F5}" destId="{6E52EB80-C86E-4742-8371-2E7F0D5DD79F}" srcOrd="0" destOrd="0" parTransId="{CA71E58F-0355-4EB9-AC18-30B817A0962C}" sibTransId="{35DB4115-EEF8-4D87-92EF-0DAB9BA7DA72}"/>
    <dgm:cxn modelId="{FF3A7664-D8C4-4DB6-8288-936137FBE854}" srcId="{3038A5BC-5484-45CC-B35B-A968525CDBC0}" destId="{4CB2B2E2-9D8C-46BD-A6CD-30E4D3FF20B6}" srcOrd="4" destOrd="0" parTransId="{C6607C54-34B4-460C-AE80-076A3BA53288}" sibTransId="{24056A81-019C-44DE-97C0-13F747DD9ACE}"/>
    <dgm:cxn modelId="{30E3F748-D7BF-4FD2-9EA5-18EBA96A33EB}" type="presOf" srcId="{11A0BEC9-804A-46A3-A0B2-D261303D5801}" destId="{9CB18FBB-9F36-488E-9FF3-C6CB22934AF0}" srcOrd="0" destOrd="0" presId="urn:microsoft.com/office/officeart/2005/8/layout/vList5"/>
    <dgm:cxn modelId="{86E2EE6D-BD32-4B09-9CA3-5558AD52C81E}" type="presOf" srcId="{3038A5BC-5484-45CC-B35B-A968525CDBC0}" destId="{06632A2B-AD4F-41CC-A452-C76EDEF9C6AD}" srcOrd="0" destOrd="0" presId="urn:microsoft.com/office/officeart/2005/8/layout/vList5"/>
    <dgm:cxn modelId="{D39BC550-9A92-49BD-9194-2CCE6189CD64}" type="presOf" srcId="{BD899ADE-EC84-4ED5-AACD-E5FF22F1EE6E}" destId="{991973B4-393D-4597-A9F5-989BF6FAD472}" srcOrd="0" destOrd="0" presId="urn:microsoft.com/office/officeart/2005/8/layout/vList5"/>
    <dgm:cxn modelId="{4C2C4A74-9F6B-4FB0-99C9-FB297EE52A10}" type="presOf" srcId="{4CB2B2E2-9D8C-46BD-A6CD-30E4D3FF20B6}" destId="{CFA0E75F-A2A1-4E3D-AE1F-E84E8905A00B}" srcOrd="0" destOrd="0" presId="urn:microsoft.com/office/officeart/2005/8/layout/vList5"/>
    <dgm:cxn modelId="{09172781-C516-4DE9-B662-53887CA0CC12}" type="presOf" srcId="{12173918-25E4-4950-8196-A50AC845005D}" destId="{C4C9B648-1BB9-4805-B19E-667D2B3F8C48}" srcOrd="0" destOrd="0" presId="urn:microsoft.com/office/officeart/2005/8/layout/vList5"/>
    <dgm:cxn modelId="{B035328C-E5AD-46BC-A144-4F6B63B4CA9B}" srcId="{3038A5BC-5484-45CC-B35B-A968525CDBC0}" destId="{08D47767-14E8-426D-BD85-D8ECAEC8D178}" srcOrd="2" destOrd="0" parTransId="{2E9110B3-75F6-4F3E-8B6B-E4CBC50FB60C}" sibTransId="{773482C2-17B1-4709-97FE-26002789B926}"/>
    <dgm:cxn modelId="{1BC9B59A-D9FB-4FB2-93B1-3AE990DE9E22}" type="presOf" srcId="{6E52EB80-C86E-4742-8371-2E7F0D5DD79F}" destId="{9A2E5166-FDC8-4B83-8F49-3B37E332E229}" srcOrd="0" destOrd="0" presId="urn:microsoft.com/office/officeart/2005/8/layout/vList5"/>
    <dgm:cxn modelId="{5120D4A6-8C78-460A-A6A2-34A6F5B47FF9}" type="presOf" srcId="{8B146832-8229-4274-ADC0-D6E443748338}" destId="{01CD32EF-039A-4801-8C6C-CB086F4F0329}" srcOrd="0" destOrd="0" presId="urn:microsoft.com/office/officeart/2005/8/layout/vList5"/>
    <dgm:cxn modelId="{6AA214AE-BBAA-4C21-B89B-DD03E1767280}" srcId="{3038A5BC-5484-45CC-B35B-A968525CDBC0}" destId="{4BDAE222-1E45-4C5F-97AE-6D35544BA5F5}" srcOrd="5" destOrd="0" parTransId="{D4111F6F-37CF-4101-AA53-7731C4526000}" sibTransId="{EEB75EEC-63A5-47E6-B5B8-56C88C2EC83A}"/>
    <dgm:cxn modelId="{14BF87C9-5D70-4C72-BC76-0EBE4C5FD99A}" srcId="{11A0BEC9-804A-46A3-A0B2-D261303D5801}" destId="{BD899ADE-EC84-4ED5-AACD-E5FF22F1EE6E}" srcOrd="0" destOrd="0" parTransId="{40591A75-0EF7-4DBC-ACF7-B08D790B103A}" sibTransId="{26772E25-C84D-4B9D-B894-99509E2A7533}"/>
    <dgm:cxn modelId="{22C739CA-C244-4AF5-8CA5-BB3DC9210EA9}" type="presOf" srcId="{4BDAE222-1E45-4C5F-97AE-6D35544BA5F5}" destId="{82AA8844-A65A-48C2-A39B-92E82D32146F}" srcOrd="0" destOrd="0" presId="urn:microsoft.com/office/officeart/2005/8/layout/vList5"/>
    <dgm:cxn modelId="{046D81CC-2C71-47A0-9FC7-70084BF52A6F}" srcId="{3038A5BC-5484-45CC-B35B-A968525CDBC0}" destId="{6792810C-D296-412A-8BAA-DBE20D8E86F5}" srcOrd="1" destOrd="0" parTransId="{D49B6956-D0F9-400A-9651-0D7850E87EE4}" sibTransId="{A2750503-2FF3-4BE5-936D-D405B2FCFFF9}"/>
    <dgm:cxn modelId="{8F212ED8-17C7-4FCF-84E4-EAFE38FBB3B2}" type="presOf" srcId="{9EC046D0-EFD5-428F-A8E8-F495B16588F3}" destId="{B0DCF40E-5B27-4612-AC17-C3891C164CA0}" srcOrd="0" destOrd="0" presId="urn:microsoft.com/office/officeart/2005/8/layout/vList5"/>
    <dgm:cxn modelId="{8F18B2E5-D950-43D4-8893-E911C3D84900}" srcId="{4BDAE222-1E45-4C5F-97AE-6D35544BA5F5}" destId="{F12F675F-46D8-43A1-A491-E2DBB8053C33}" srcOrd="0" destOrd="0" parTransId="{F6B147CC-AC6B-432C-8641-3F790FBEA8B5}" sibTransId="{DB3BBC97-E940-4AEF-AA0A-9D6269186406}"/>
    <dgm:cxn modelId="{BFD597E9-206D-45EF-ABE0-91CB9D8ABAC1}" type="presOf" srcId="{08D47767-14E8-426D-BD85-D8ECAEC8D178}" destId="{2984694A-1EDB-4B08-B2D6-67662E00EB8A}" srcOrd="0" destOrd="0" presId="urn:microsoft.com/office/officeart/2005/8/layout/vList5"/>
    <dgm:cxn modelId="{D6C9BA2E-9548-4C58-8A43-BC072295C82C}" type="presParOf" srcId="{06632A2B-AD4F-41CC-A452-C76EDEF9C6AD}" destId="{67B95DC3-AE79-49BE-9038-534EEE607698}" srcOrd="0" destOrd="0" presId="urn:microsoft.com/office/officeart/2005/8/layout/vList5"/>
    <dgm:cxn modelId="{34A9D2EE-12FF-47F4-97A2-F98DD96D2E69}" type="presParOf" srcId="{67B95DC3-AE79-49BE-9038-534EEE607698}" destId="{B0DCF40E-5B27-4612-AC17-C3891C164CA0}" srcOrd="0" destOrd="0" presId="urn:microsoft.com/office/officeart/2005/8/layout/vList5"/>
    <dgm:cxn modelId="{B3B2BE7D-6135-4952-B688-4634FA973B14}" type="presParOf" srcId="{06632A2B-AD4F-41CC-A452-C76EDEF9C6AD}" destId="{065585B8-16E1-46AE-8FE1-5A19506AC268}" srcOrd="1" destOrd="0" presId="urn:microsoft.com/office/officeart/2005/8/layout/vList5"/>
    <dgm:cxn modelId="{1EC2111C-497B-4428-8697-A9AC9E6ADF98}" type="presParOf" srcId="{06632A2B-AD4F-41CC-A452-C76EDEF9C6AD}" destId="{5A75383F-E1A8-4CB2-BCEF-26962015C567}" srcOrd="2" destOrd="0" presId="urn:microsoft.com/office/officeart/2005/8/layout/vList5"/>
    <dgm:cxn modelId="{0E90CFB3-2F7F-426D-8B2C-8555E3FC5C70}" type="presParOf" srcId="{5A75383F-E1A8-4CB2-BCEF-26962015C567}" destId="{ADB7F419-6438-467B-AF35-EE50688E12B4}" srcOrd="0" destOrd="0" presId="urn:microsoft.com/office/officeart/2005/8/layout/vList5"/>
    <dgm:cxn modelId="{333C68BD-A8BC-4F2B-940B-D9E835A0B528}" type="presParOf" srcId="{5A75383F-E1A8-4CB2-BCEF-26962015C567}" destId="{9A2E5166-FDC8-4B83-8F49-3B37E332E229}" srcOrd="1" destOrd="0" presId="urn:microsoft.com/office/officeart/2005/8/layout/vList5"/>
    <dgm:cxn modelId="{8523FED5-BEE3-47F0-9930-369926B55A98}" type="presParOf" srcId="{06632A2B-AD4F-41CC-A452-C76EDEF9C6AD}" destId="{FEB567B4-6FA9-48F0-92A8-1FB2C67EF7AF}" srcOrd="3" destOrd="0" presId="urn:microsoft.com/office/officeart/2005/8/layout/vList5"/>
    <dgm:cxn modelId="{4C5919DE-7AF3-4A5A-B813-D737F860DD26}" type="presParOf" srcId="{06632A2B-AD4F-41CC-A452-C76EDEF9C6AD}" destId="{18654B44-F4AA-4951-A133-9A3F288ED3EF}" srcOrd="4" destOrd="0" presId="urn:microsoft.com/office/officeart/2005/8/layout/vList5"/>
    <dgm:cxn modelId="{32E7CD78-5354-4247-9F1F-16C66E10ED62}" type="presParOf" srcId="{18654B44-F4AA-4951-A133-9A3F288ED3EF}" destId="{2984694A-1EDB-4B08-B2D6-67662E00EB8A}" srcOrd="0" destOrd="0" presId="urn:microsoft.com/office/officeart/2005/8/layout/vList5"/>
    <dgm:cxn modelId="{45E56EDD-8826-4711-A6D5-3E7767D19E48}" type="presParOf" srcId="{18654B44-F4AA-4951-A133-9A3F288ED3EF}" destId="{01CD32EF-039A-4801-8C6C-CB086F4F0329}" srcOrd="1" destOrd="0" presId="urn:microsoft.com/office/officeart/2005/8/layout/vList5"/>
    <dgm:cxn modelId="{303260EB-646B-4706-AEF8-10EAFDF4A356}" type="presParOf" srcId="{06632A2B-AD4F-41CC-A452-C76EDEF9C6AD}" destId="{B628DA99-BBD3-4D70-A6B1-5EED68942CA3}" srcOrd="5" destOrd="0" presId="urn:microsoft.com/office/officeart/2005/8/layout/vList5"/>
    <dgm:cxn modelId="{D1C2BD5F-E374-4D25-955F-9FF7396608F9}" type="presParOf" srcId="{06632A2B-AD4F-41CC-A452-C76EDEF9C6AD}" destId="{7BDEC036-2143-43E3-AE0A-9480425977A7}" srcOrd="6" destOrd="0" presId="urn:microsoft.com/office/officeart/2005/8/layout/vList5"/>
    <dgm:cxn modelId="{59B27DCC-1B10-4739-A80B-7E080A5834CB}" type="presParOf" srcId="{7BDEC036-2143-43E3-AE0A-9480425977A7}" destId="{9CB18FBB-9F36-488E-9FF3-C6CB22934AF0}" srcOrd="0" destOrd="0" presId="urn:microsoft.com/office/officeart/2005/8/layout/vList5"/>
    <dgm:cxn modelId="{00D3DD75-0BEC-4F46-A567-675CA04103A6}" type="presParOf" srcId="{7BDEC036-2143-43E3-AE0A-9480425977A7}" destId="{991973B4-393D-4597-A9F5-989BF6FAD472}" srcOrd="1" destOrd="0" presId="urn:microsoft.com/office/officeart/2005/8/layout/vList5"/>
    <dgm:cxn modelId="{C8997F73-91C9-48FB-B772-9946C80C0D24}" type="presParOf" srcId="{06632A2B-AD4F-41CC-A452-C76EDEF9C6AD}" destId="{144D815A-7402-4ACE-AFCE-5A314D34FFC0}" srcOrd="7" destOrd="0" presId="urn:microsoft.com/office/officeart/2005/8/layout/vList5"/>
    <dgm:cxn modelId="{5DE054DD-6B48-4E4B-AB29-BC751CD0C1E4}" type="presParOf" srcId="{06632A2B-AD4F-41CC-A452-C76EDEF9C6AD}" destId="{D6696FC1-44A7-473B-96BC-D2D009563503}" srcOrd="8" destOrd="0" presId="urn:microsoft.com/office/officeart/2005/8/layout/vList5"/>
    <dgm:cxn modelId="{019E70CC-7792-4C40-A02B-C17A16ED4C65}" type="presParOf" srcId="{D6696FC1-44A7-473B-96BC-D2D009563503}" destId="{CFA0E75F-A2A1-4E3D-AE1F-E84E8905A00B}" srcOrd="0" destOrd="0" presId="urn:microsoft.com/office/officeart/2005/8/layout/vList5"/>
    <dgm:cxn modelId="{8AAC04E6-516C-426E-B4D8-0C455C3AC01F}" type="presParOf" srcId="{D6696FC1-44A7-473B-96BC-D2D009563503}" destId="{C4C9B648-1BB9-4805-B19E-667D2B3F8C48}" srcOrd="1" destOrd="0" presId="urn:microsoft.com/office/officeart/2005/8/layout/vList5"/>
    <dgm:cxn modelId="{5C9C3C63-F435-4FA6-B9C6-0B080F268B2C}" type="presParOf" srcId="{06632A2B-AD4F-41CC-A452-C76EDEF9C6AD}" destId="{9982AD82-9237-4AB1-969E-391B076A03F4}" srcOrd="9" destOrd="0" presId="urn:microsoft.com/office/officeart/2005/8/layout/vList5"/>
    <dgm:cxn modelId="{E3C384DB-7176-4CEC-B61D-383AE4F13C00}" type="presParOf" srcId="{06632A2B-AD4F-41CC-A452-C76EDEF9C6AD}" destId="{FC875CF8-1211-451D-8ED0-245C4B97C356}" srcOrd="10" destOrd="0" presId="urn:microsoft.com/office/officeart/2005/8/layout/vList5"/>
    <dgm:cxn modelId="{A3ADF9F0-5F1A-4678-B2CF-6A8CB475C281}" type="presParOf" srcId="{FC875CF8-1211-451D-8ED0-245C4B97C356}" destId="{82AA8844-A65A-48C2-A39B-92E82D32146F}" srcOrd="0" destOrd="0" presId="urn:microsoft.com/office/officeart/2005/8/layout/vList5"/>
    <dgm:cxn modelId="{660E7D83-358D-452E-9949-88B12DA7894E}" type="presParOf" srcId="{FC875CF8-1211-451D-8ED0-245C4B97C356}" destId="{A1657C5F-7364-4A5C-88F0-27374EEE0F0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1681EF0-CDAE-49CC-AF01-15B1EBF87BD6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04E8F9C-4609-448F-92F4-FB57AAF61903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1. Process Management</a:t>
          </a:r>
          <a:b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Browser process receives CPU time.</a:t>
          </a:r>
        </a:p>
      </dgm:t>
    </dgm:pt>
    <dgm:pt modelId="{2D99DE1B-9596-42BE-AEE7-7323E8001486}" type="parTrans" cxnId="{24949883-E1A2-4551-92EA-AE4591F95629}">
      <dgm:prSet/>
      <dgm:spPr/>
      <dgm:t>
        <a:bodyPr/>
        <a:lstStyle/>
        <a:p>
          <a:endParaRPr lang="en-IN"/>
        </a:p>
      </dgm:t>
    </dgm:pt>
    <dgm:pt modelId="{99C3A4B2-B675-44D7-A2BE-7C27FA6EABAF}" type="sibTrans" cxnId="{24949883-E1A2-4551-92EA-AE4591F95629}">
      <dgm:prSet/>
      <dgm:spPr/>
      <dgm:t>
        <a:bodyPr/>
        <a:lstStyle/>
        <a:p>
          <a:endParaRPr lang="en-IN"/>
        </a:p>
      </dgm:t>
    </dgm:pt>
    <dgm:pt modelId="{E2767ABB-4345-48A7-AA17-0483BC4DA58A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2. Memory Management</a:t>
          </a:r>
          <a:b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Video data is stored in memory buffers.</a:t>
          </a:r>
        </a:p>
      </dgm:t>
    </dgm:pt>
    <dgm:pt modelId="{F4BF6975-930C-4B09-BCB6-46ED5D993BDC}" type="parTrans" cxnId="{1B907EDA-1811-4D7E-8A53-B26F4B6DBB51}">
      <dgm:prSet/>
      <dgm:spPr/>
      <dgm:t>
        <a:bodyPr/>
        <a:lstStyle/>
        <a:p>
          <a:endParaRPr lang="en-IN"/>
        </a:p>
      </dgm:t>
    </dgm:pt>
    <dgm:pt modelId="{2C4A3BED-89B5-4BEF-B290-662153BE7BCC}" type="sibTrans" cxnId="{1B907EDA-1811-4D7E-8A53-B26F4B6DBB51}">
      <dgm:prSet/>
      <dgm:spPr/>
      <dgm:t>
        <a:bodyPr/>
        <a:lstStyle/>
        <a:p>
          <a:endParaRPr lang="en-IN"/>
        </a:p>
      </dgm:t>
    </dgm:pt>
    <dgm:pt modelId="{AB6883AB-27B9-4EA0-97A1-A224F15390DF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3. I/O Management</a:t>
          </a:r>
          <a:b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Network receives video data.</a:t>
          </a:r>
        </a:p>
      </dgm:t>
    </dgm:pt>
    <dgm:pt modelId="{DBCE9A7E-8B72-4DC8-8707-FB03ACE597E5}" type="parTrans" cxnId="{ADA91C57-EAE9-49DF-BE81-EFF18D13845E}">
      <dgm:prSet/>
      <dgm:spPr/>
      <dgm:t>
        <a:bodyPr/>
        <a:lstStyle/>
        <a:p>
          <a:endParaRPr lang="en-IN"/>
        </a:p>
      </dgm:t>
    </dgm:pt>
    <dgm:pt modelId="{DF3FA79C-CB30-430F-9E44-2A06B253E4EE}" type="sibTrans" cxnId="{ADA91C57-EAE9-49DF-BE81-EFF18D13845E}">
      <dgm:prSet/>
      <dgm:spPr/>
      <dgm:t>
        <a:bodyPr/>
        <a:lstStyle/>
        <a:p>
          <a:endParaRPr lang="en-IN"/>
        </a:p>
      </dgm:t>
    </dgm:pt>
    <dgm:pt modelId="{D7008738-4D64-4F69-93DF-57893257A907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4. Device Management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Video → GPU → Display</a:t>
          </a:r>
          <a:b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Audio → Sound Device</a:t>
          </a:r>
        </a:p>
      </dgm:t>
    </dgm:pt>
    <dgm:pt modelId="{C01894BF-8FD2-4217-90F8-7CD8B18823BE}" type="parTrans" cxnId="{87413ED1-5F46-4E3C-82EA-F8ABFF5349A8}">
      <dgm:prSet/>
      <dgm:spPr/>
      <dgm:t>
        <a:bodyPr/>
        <a:lstStyle/>
        <a:p>
          <a:endParaRPr lang="en-IN"/>
        </a:p>
      </dgm:t>
    </dgm:pt>
    <dgm:pt modelId="{09D00952-D365-45E8-8973-71BE7610829D}" type="sibTrans" cxnId="{87413ED1-5F46-4E3C-82EA-F8ABFF5349A8}">
      <dgm:prSet/>
      <dgm:spPr/>
      <dgm:t>
        <a:bodyPr/>
        <a:lstStyle/>
        <a:p>
          <a:endParaRPr lang="en-IN"/>
        </a:p>
      </dgm:t>
    </dgm:pt>
    <dgm:pt modelId="{D01F4966-BB70-4A1E-998C-707A3B12EC1C}" type="pres">
      <dgm:prSet presAssocID="{41681EF0-CDAE-49CC-AF01-15B1EBF87BD6}" presName="linear" presStyleCnt="0">
        <dgm:presLayoutVars>
          <dgm:animLvl val="lvl"/>
          <dgm:resizeHandles val="exact"/>
        </dgm:presLayoutVars>
      </dgm:prSet>
      <dgm:spPr/>
    </dgm:pt>
    <dgm:pt modelId="{441C16AD-0061-4BEB-83FB-E6743072CEDF}" type="pres">
      <dgm:prSet presAssocID="{904E8F9C-4609-448F-92F4-FB57AAF619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F57D7DD-22F3-4D69-A7F8-EEEB76B6B869}" type="pres">
      <dgm:prSet presAssocID="{99C3A4B2-B675-44D7-A2BE-7C27FA6EABAF}" presName="spacer" presStyleCnt="0"/>
      <dgm:spPr/>
    </dgm:pt>
    <dgm:pt modelId="{D2DA4B6D-F84C-461B-915C-EE1161414635}" type="pres">
      <dgm:prSet presAssocID="{E2767ABB-4345-48A7-AA17-0483BC4DA5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8B7CC8F-B7D7-4039-A8E8-E9604651892C}" type="pres">
      <dgm:prSet presAssocID="{2C4A3BED-89B5-4BEF-B290-662153BE7BCC}" presName="spacer" presStyleCnt="0"/>
      <dgm:spPr/>
    </dgm:pt>
    <dgm:pt modelId="{9B59153A-9F44-4A2B-A811-E4A6AA0AFA82}" type="pres">
      <dgm:prSet presAssocID="{AB6883AB-27B9-4EA0-97A1-A224F15390D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072876-7F7F-47B5-8BEF-A80885F1717C}" type="pres">
      <dgm:prSet presAssocID="{DF3FA79C-CB30-430F-9E44-2A06B253E4EE}" presName="spacer" presStyleCnt="0"/>
      <dgm:spPr/>
    </dgm:pt>
    <dgm:pt modelId="{5489211A-0ADB-448E-8A88-B9D90EDE0737}" type="pres">
      <dgm:prSet presAssocID="{D7008738-4D64-4F69-93DF-57893257A90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0B275C-D6DB-4250-94DD-7CC06DD2ABD0}" type="presOf" srcId="{904E8F9C-4609-448F-92F4-FB57AAF61903}" destId="{441C16AD-0061-4BEB-83FB-E6743072CEDF}" srcOrd="0" destOrd="0" presId="urn:microsoft.com/office/officeart/2005/8/layout/vList2"/>
    <dgm:cxn modelId="{2C7ABC62-7D6E-4E90-A4D1-EDAB5DA21702}" type="presOf" srcId="{E2767ABB-4345-48A7-AA17-0483BC4DA58A}" destId="{D2DA4B6D-F84C-461B-915C-EE1161414635}" srcOrd="0" destOrd="0" presId="urn:microsoft.com/office/officeart/2005/8/layout/vList2"/>
    <dgm:cxn modelId="{ADA91C57-EAE9-49DF-BE81-EFF18D13845E}" srcId="{41681EF0-CDAE-49CC-AF01-15B1EBF87BD6}" destId="{AB6883AB-27B9-4EA0-97A1-A224F15390DF}" srcOrd="2" destOrd="0" parTransId="{DBCE9A7E-8B72-4DC8-8707-FB03ACE597E5}" sibTransId="{DF3FA79C-CB30-430F-9E44-2A06B253E4EE}"/>
    <dgm:cxn modelId="{24949883-E1A2-4551-92EA-AE4591F95629}" srcId="{41681EF0-CDAE-49CC-AF01-15B1EBF87BD6}" destId="{904E8F9C-4609-448F-92F4-FB57AAF61903}" srcOrd="0" destOrd="0" parTransId="{2D99DE1B-9596-42BE-AEE7-7323E8001486}" sibTransId="{99C3A4B2-B675-44D7-A2BE-7C27FA6EABAF}"/>
    <dgm:cxn modelId="{87413ED1-5F46-4E3C-82EA-F8ABFF5349A8}" srcId="{41681EF0-CDAE-49CC-AF01-15B1EBF87BD6}" destId="{D7008738-4D64-4F69-93DF-57893257A907}" srcOrd="3" destOrd="0" parTransId="{C01894BF-8FD2-4217-90F8-7CD8B18823BE}" sibTransId="{09D00952-D365-45E8-8973-71BE7610829D}"/>
    <dgm:cxn modelId="{48AF46D1-B80F-4B24-A62F-3A737C33F0B4}" type="presOf" srcId="{D7008738-4D64-4F69-93DF-57893257A907}" destId="{5489211A-0ADB-448E-8A88-B9D90EDE0737}" srcOrd="0" destOrd="0" presId="urn:microsoft.com/office/officeart/2005/8/layout/vList2"/>
    <dgm:cxn modelId="{215138D5-EE40-406A-86E0-F47A1F9B734E}" type="presOf" srcId="{AB6883AB-27B9-4EA0-97A1-A224F15390DF}" destId="{9B59153A-9F44-4A2B-A811-E4A6AA0AFA82}" srcOrd="0" destOrd="0" presId="urn:microsoft.com/office/officeart/2005/8/layout/vList2"/>
    <dgm:cxn modelId="{1B907EDA-1811-4D7E-8A53-B26F4B6DBB51}" srcId="{41681EF0-CDAE-49CC-AF01-15B1EBF87BD6}" destId="{E2767ABB-4345-48A7-AA17-0483BC4DA58A}" srcOrd="1" destOrd="0" parTransId="{F4BF6975-930C-4B09-BCB6-46ED5D993BDC}" sibTransId="{2C4A3BED-89B5-4BEF-B290-662153BE7BCC}"/>
    <dgm:cxn modelId="{158455E1-D593-4060-80BA-F1C05B6AA3C7}" type="presOf" srcId="{41681EF0-CDAE-49CC-AF01-15B1EBF87BD6}" destId="{D01F4966-BB70-4A1E-998C-707A3B12EC1C}" srcOrd="0" destOrd="0" presId="urn:microsoft.com/office/officeart/2005/8/layout/vList2"/>
    <dgm:cxn modelId="{AF1E2CA7-72C8-4934-BFE4-476535B79BC3}" type="presParOf" srcId="{D01F4966-BB70-4A1E-998C-707A3B12EC1C}" destId="{441C16AD-0061-4BEB-83FB-E6743072CEDF}" srcOrd="0" destOrd="0" presId="urn:microsoft.com/office/officeart/2005/8/layout/vList2"/>
    <dgm:cxn modelId="{962839CA-6DE2-4A3F-808B-8385138730B4}" type="presParOf" srcId="{D01F4966-BB70-4A1E-998C-707A3B12EC1C}" destId="{CF57D7DD-22F3-4D69-A7F8-EEEB76B6B869}" srcOrd="1" destOrd="0" presId="urn:microsoft.com/office/officeart/2005/8/layout/vList2"/>
    <dgm:cxn modelId="{BC1625C5-30F7-455B-8563-7F60F9AAE8FB}" type="presParOf" srcId="{D01F4966-BB70-4A1E-998C-707A3B12EC1C}" destId="{D2DA4B6D-F84C-461B-915C-EE1161414635}" srcOrd="2" destOrd="0" presId="urn:microsoft.com/office/officeart/2005/8/layout/vList2"/>
    <dgm:cxn modelId="{03BE8A6F-D65F-495B-A884-58756774C882}" type="presParOf" srcId="{D01F4966-BB70-4A1E-998C-707A3B12EC1C}" destId="{98B7CC8F-B7D7-4039-A8E8-E9604651892C}" srcOrd="3" destOrd="0" presId="urn:microsoft.com/office/officeart/2005/8/layout/vList2"/>
    <dgm:cxn modelId="{31F5288D-17D5-4AF2-88C1-0974DBEA8974}" type="presParOf" srcId="{D01F4966-BB70-4A1E-998C-707A3B12EC1C}" destId="{9B59153A-9F44-4A2B-A811-E4A6AA0AFA82}" srcOrd="4" destOrd="0" presId="urn:microsoft.com/office/officeart/2005/8/layout/vList2"/>
    <dgm:cxn modelId="{8C281563-5DDA-4B0E-BE9A-308B53DD404D}" type="presParOf" srcId="{D01F4966-BB70-4A1E-998C-707A3B12EC1C}" destId="{4E072876-7F7F-47B5-8BEF-A80885F1717C}" srcOrd="5" destOrd="0" presId="urn:microsoft.com/office/officeart/2005/8/layout/vList2"/>
    <dgm:cxn modelId="{ED372C57-79FF-4131-827E-865157EDECF2}" type="presParOf" srcId="{D01F4966-BB70-4A1E-998C-707A3B12EC1C}" destId="{5489211A-0ADB-448E-8A88-B9D90EDE07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4A15F88-D00A-4CFC-BB50-AE23155CA352}" type="doc">
      <dgm:prSet loTypeId="urn:microsoft.com/office/officeart/2005/8/layout/vList2" loCatId="list" qsTypeId="urn:microsoft.com/office/officeart/2005/8/quickstyle/3d4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591AB70-02F2-4680-BA5F-F88A75646C2B}">
      <dgm:prSet/>
      <dgm:spPr/>
      <dgm:t>
        <a:bodyPr/>
        <a:lstStyle/>
        <a:p>
          <a:r>
            <a:rPr lang="en-IN" b="1"/>
            <a:t>Key Takeaways</a:t>
          </a:r>
          <a:endParaRPr lang="en-IN"/>
        </a:p>
      </dgm:t>
    </dgm:pt>
    <dgm:pt modelId="{D3404934-93E2-4E9A-8A50-5F14C7DBBD39}" type="parTrans" cxnId="{32139D2D-BA3E-478D-9279-E8B95D7749A6}">
      <dgm:prSet/>
      <dgm:spPr/>
      <dgm:t>
        <a:bodyPr/>
        <a:lstStyle/>
        <a:p>
          <a:endParaRPr lang="en-IN"/>
        </a:p>
      </dgm:t>
    </dgm:pt>
    <dgm:pt modelId="{F9B8749B-6680-4EB9-8AD1-483B1194FE0F}" type="sibTrans" cxnId="{32139D2D-BA3E-478D-9279-E8B95D7749A6}">
      <dgm:prSet/>
      <dgm:spPr/>
      <dgm:t>
        <a:bodyPr/>
        <a:lstStyle/>
        <a:p>
          <a:endParaRPr lang="en-IN"/>
        </a:p>
      </dgm:t>
    </dgm:pt>
    <dgm:pt modelId="{D9E27649-3CF4-4E14-9FD7-35131C3D6D7D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Process Management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 → Manages CPU and processes.</a:t>
          </a:r>
        </a:p>
      </dgm:t>
    </dgm:pt>
    <dgm:pt modelId="{C49A0C3E-E0E5-4EE1-84B0-4808191BE41B}" type="parTrans" cxnId="{15907A72-C360-4304-A6E2-97F1822E2959}">
      <dgm:prSet/>
      <dgm:spPr/>
      <dgm:t>
        <a:bodyPr/>
        <a:lstStyle/>
        <a:p>
          <a:endParaRPr lang="en-IN"/>
        </a:p>
      </dgm:t>
    </dgm:pt>
    <dgm:pt modelId="{BCF5D5C7-7F30-4EF5-B848-7C5F1D6FEE77}" type="sibTrans" cxnId="{15907A72-C360-4304-A6E2-97F1822E2959}">
      <dgm:prSet/>
      <dgm:spPr/>
      <dgm:t>
        <a:bodyPr/>
        <a:lstStyle/>
        <a:p>
          <a:endParaRPr lang="en-IN"/>
        </a:p>
      </dgm:t>
    </dgm:pt>
    <dgm:pt modelId="{822C540E-8826-4CBC-AA6A-B8889E41AADB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Memory Management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 → Manages and protects memory.</a:t>
          </a:r>
        </a:p>
      </dgm:t>
    </dgm:pt>
    <dgm:pt modelId="{0E7C1F92-25E1-4CCC-BD26-94EF5666332C}" type="parTrans" cxnId="{44A5C16E-4FA8-417A-A04C-F9335839AB9B}">
      <dgm:prSet/>
      <dgm:spPr/>
      <dgm:t>
        <a:bodyPr/>
        <a:lstStyle/>
        <a:p>
          <a:endParaRPr lang="en-IN"/>
        </a:p>
      </dgm:t>
    </dgm:pt>
    <dgm:pt modelId="{3B403701-7466-4C63-9931-CDC1EA620FFB}" type="sibTrans" cxnId="{44A5C16E-4FA8-417A-A04C-F9335839AB9B}">
      <dgm:prSet/>
      <dgm:spPr/>
      <dgm:t>
        <a:bodyPr/>
        <a:lstStyle/>
        <a:p>
          <a:endParaRPr lang="en-IN"/>
        </a:p>
      </dgm:t>
    </dgm:pt>
    <dgm:pt modelId="{C7250ACB-D057-42C6-BABF-1BE996EFC20A}">
      <dgm:prSet/>
      <dgm:spPr/>
      <dgm:t>
        <a:bodyPr/>
        <a:lstStyle/>
        <a:p>
          <a:r>
            <a:rPr lang="en-IN" b="1">
              <a:latin typeface="Times New Roman" panose="02020603050405020304" pitchFamily="18" charset="0"/>
              <a:cs typeface="Times New Roman" panose="02020603050405020304" pitchFamily="18" charset="0"/>
            </a:rPr>
            <a:t>I/O Management</a:t>
          </a: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 → Controls hardware communication.</a:t>
          </a:r>
        </a:p>
      </dgm:t>
    </dgm:pt>
    <dgm:pt modelId="{4AB4A5B1-50CD-4103-B3AC-F35DE3E15FD3}" type="parTrans" cxnId="{A9EEB3B6-1825-4504-9D1B-6BE123F2244E}">
      <dgm:prSet/>
      <dgm:spPr/>
      <dgm:t>
        <a:bodyPr/>
        <a:lstStyle/>
        <a:p>
          <a:endParaRPr lang="en-IN"/>
        </a:p>
      </dgm:t>
    </dgm:pt>
    <dgm:pt modelId="{B7F79BF6-121C-4671-B963-C0FA09A08B78}" type="sibTrans" cxnId="{A9EEB3B6-1825-4504-9D1B-6BE123F2244E}">
      <dgm:prSet/>
      <dgm:spPr/>
      <dgm:t>
        <a:bodyPr/>
        <a:lstStyle/>
        <a:p>
          <a:endParaRPr lang="en-IN"/>
        </a:p>
      </dgm:t>
    </dgm:pt>
    <dgm:pt modelId="{86BCFF9D-D16A-4188-B490-80D0487F692F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System Calls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 → Interface between applications and kernel.</a:t>
          </a:r>
        </a:p>
      </dgm:t>
    </dgm:pt>
    <dgm:pt modelId="{D131230E-FAD6-497C-9CE0-A760C1B94B86}" type="parTrans" cxnId="{BC5F44EC-172E-4F83-AD62-31E8841982EE}">
      <dgm:prSet/>
      <dgm:spPr/>
      <dgm:t>
        <a:bodyPr/>
        <a:lstStyle/>
        <a:p>
          <a:endParaRPr lang="en-IN"/>
        </a:p>
      </dgm:t>
    </dgm:pt>
    <dgm:pt modelId="{5F4F151D-F122-418D-A093-B228262DCBC6}" type="sibTrans" cxnId="{BC5F44EC-172E-4F83-AD62-31E8841982EE}">
      <dgm:prSet/>
      <dgm:spPr/>
      <dgm:t>
        <a:bodyPr/>
        <a:lstStyle/>
        <a:p>
          <a:endParaRPr lang="en-IN"/>
        </a:p>
      </dgm:t>
    </dgm:pt>
    <dgm:pt modelId="{F2103C79-8DCD-480D-9671-23A0699BC807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All components </a:t>
          </a:r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work together for efficient and secure execution</a:t>
          </a: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9B758140-5B1A-4CFA-9BD0-D9D221A5D5BC}" type="parTrans" cxnId="{9B30C2F2-FECC-49FB-A10C-D26481A40E0C}">
      <dgm:prSet/>
      <dgm:spPr/>
      <dgm:t>
        <a:bodyPr/>
        <a:lstStyle/>
        <a:p>
          <a:endParaRPr lang="en-IN"/>
        </a:p>
      </dgm:t>
    </dgm:pt>
    <dgm:pt modelId="{89EA32A8-8BA6-4499-83D3-7FFB706C8FE7}" type="sibTrans" cxnId="{9B30C2F2-FECC-49FB-A10C-D26481A40E0C}">
      <dgm:prSet/>
      <dgm:spPr/>
      <dgm:t>
        <a:bodyPr/>
        <a:lstStyle/>
        <a:p>
          <a:endParaRPr lang="en-IN"/>
        </a:p>
      </dgm:t>
    </dgm:pt>
    <dgm:pt modelId="{4EE90436-E26E-444A-B3EC-A6526C1BEC0B}">
      <dgm:prSet/>
      <dgm:spPr/>
      <dgm:t>
        <a:bodyPr/>
        <a:lstStyle/>
        <a:p>
          <a:r>
            <a:rPr lang="en-IN" b="1"/>
            <a:t>Final Statement</a:t>
          </a:r>
          <a:endParaRPr lang="en-IN"/>
        </a:p>
      </dgm:t>
    </dgm:pt>
    <dgm:pt modelId="{A06DE355-4F70-4241-89D6-11BDECD7F89F}" type="parTrans" cxnId="{D0FFC10B-756A-42B7-94A5-810E164F4F20}">
      <dgm:prSet/>
      <dgm:spPr/>
      <dgm:t>
        <a:bodyPr/>
        <a:lstStyle/>
        <a:p>
          <a:endParaRPr lang="en-IN"/>
        </a:p>
      </dgm:t>
    </dgm:pt>
    <dgm:pt modelId="{B16CFA11-B027-42C9-99E4-DFE9265D727E}" type="sibTrans" cxnId="{D0FFC10B-756A-42B7-94A5-810E164F4F20}">
      <dgm:prSet/>
      <dgm:spPr/>
      <dgm:t>
        <a:bodyPr/>
        <a:lstStyle/>
        <a:p>
          <a:endParaRPr lang="en-IN"/>
        </a:p>
      </dgm:t>
    </dgm:pt>
    <dgm:pt modelId="{26074A18-C3F8-4527-B7BD-67FB9F5650B0}">
      <dgm:prSet/>
      <dgm:spPr/>
      <dgm:t>
        <a:bodyPr/>
        <a:lstStyle/>
        <a:p>
          <a:r>
            <a:rPr lang="en-IN" b="1" dirty="0">
              <a:latin typeface="Times New Roman" panose="02020603050405020304" pitchFamily="18" charset="0"/>
              <a:cs typeface="Times New Roman" panose="02020603050405020304" pitchFamily="18" charset="0"/>
            </a:rPr>
            <a:t>The OS converts hardware resources into reliable services for applications.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81B6EFC-CAF0-4B66-86A3-7F6C997F5AB6}" type="parTrans" cxnId="{8CB67207-AEF9-43A1-B94D-9E8056947FCA}">
      <dgm:prSet/>
      <dgm:spPr/>
      <dgm:t>
        <a:bodyPr/>
        <a:lstStyle/>
        <a:p>
          <a:endParaRPr lang="en-IN"/>
        </a:p>
      </dgm:t>
    </dgm:pt>
    <dgm:pt modelId="{74C9C14B-DD99-4322-A6DB-E783FF9E5523}" type="sibTrans" cxnId="{8CB67207-AEF9-43A1-B94D-9E8056947FCA}">
      <dgm:prSet/>
      <dgm:spPr/>
      <dgm:t>
        <a:bodyPr/>
        <a:lstStyle/>
        <a:p>
          <a:endParaRPr lang="en-IN"/>
        </a:p>
      </dgm:t>
    </dgm:pt>
    <dgm:pt modelId="{139AF3C1-9972-4F5C-A900-31C7F0209C3C}" type="pres">
      <dgm:prSet presAssocID="{04A15F88-D00A-4CFC-BB50-AE23155CA352}" presName="linear" presStyleCnt="0">
        <dgm:presLayoutVars>
          <dgm:animLvl val="lvl"/>
          <dgm:resizeHandles val="exact"/>
        </dgm:presLayoutVars>
      </dgm:prSet>
      <dgm:spPr/>
    </dgm:pt>
    <dgm:pt modelId="{65A1E355-1B0B-47E2-A044-9494666CF555}" type="pres">
      <dgm:prSet presAssocID="{1591AB70-02F2-4680-BA5F-F88A75646C2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725CDC-1731-4B7F-B5FA-631D0BC7BF8A}" type="pres">
      <dgm:prSet presAssocID="{1591AB70-02F2-4680-BA5F-F88A75646C2B}" presName="childText" presStyleLbl="revTx" presStyleIdx="0" presStyleCnt="2">
        <dgm:presLayoutVars>
          <dgm:bulletEnabled val="1"/>
        </dgm:presLayoutVars>
      </dgm:prSet>
      <dgm:spPr/>
    </dgm:pt>
    <dgm:pt modelId="{7B165CD2-6734-4CB1-B68F-7817A29756BE}" type="pres">
      <dgm:prSet presAssocID="{4EE90436-E26E-444A-B3EC-A6526C1BEC0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B222F14-A082-4891-8968-5D49666B33C4}" type="pres">
      <dgm:prSet presAssocID="{4EE90436-E26E-444A-B3EC-A6526C1BEC0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4CE2807-F2E1-4152-828B-54D3381F05D3}" type="presOf" srcId="{1591AB70-02F2-4680-BA5F-F88A75646C2B}" destId="{65A1E355-1B0B-47E2-A044-9494666CF555}" srcOrd="0" destOrd="0" presId="urn:microsoft.com/office/officeart/2005/8/layout/vList2"/>
    <dgm:cxn modelId="{8CB67207-AEF9-43A1-B94D-9E8056947FCA}" srcId="{4EE90436-E26E-444A-B3EC-A6526C1BEC0B}" destId="{26074A18-C3F8-4527-B7BD-67FB9F5650B0}" srcOrd="0" destOrd="0" parTransId="{281B6EFC-CAF0-4B66-86A3-7F6C997F5AB6}" sibTransId="{74C9C14B-DD99-4322-A6DB-E783FF9E5523}"/>
    <dgm:cxn modelId="{D0FFC10B-756A-42B7-94A5-810E164F4F20}" srcId="{04A15F88-D00A-4CFC-BB50-AE23155CA352}" destId="{4EE90436-E26E-444A-B3EC-A6526C1BEC0B}" srcOrd="1" destOrd="0" parTransId="{A06DE355-4F70-4241-89D6-11BDECD7F89F}" sibTransId="{B16CFA11-B027-42C9-99E4-DFE9265D727E}"/>
    <dgm:cxn modelId="{5DD59C15-48AD-446C-971F-342833DFDF59}" type="presOf" srcId="{D9E27649-3CF4-4E14-9FD7-35131C3D6D7D}" destId="{3B725CDC-1731-4B7F-B5FA-631D0BC7BF8A}" srcOrd="0" destOrd="0" presId="urn:microsoft.com/office/officeart/2005/8/layout/vList2"/>
    <dgm:cxn modelId="{D2E32721-8F23-4A0A-9107-347E6F3EF3F1}" type="presOf" srcId="{04A15F88-D00A-4CFC-BB50-AE23155CA352}" destId="{139AF3C1-9972-4F5C-A900-31C7F0209C3C}" srcOrd="0" destOrd="0" presId="urn:microsoft.com/office/officeart/2005/8/layout/vList2"/>
    <dgm:cxn modelId="{32139D2D-BA3E-478D-9279-E8B95D7749A6}" srcId="{04A15F88-D00A-4CFC-BB50-AE23155CA352}" destId="{1591AB70-02F2-4680-BA5F-F88A75646C2B}" srcOrd="0" destOrd="0" parTransId="{D3404934-93E2-4E9A-8A50-5F14C7DBBD39}" sibTransId="{F9B8749B-6680-4EB9-8AD1-483B1194FE0F}"/>
    <dgm:cxn modelId="{2B3FA92D-0F35-40E3-B6EB-F9475A292D0D}" type="presOf" srcId="{4EE90436-E26E-444A-B3EC-A6526C1BEC0B}" destId="{7B165CD2-6734-4CB1-B68F-7817A29756BE}" srcOrd="0" destOrd="0" presId="urn:microsoft.com/office/officeart/2005/8/layout/vList2"/>
    <dgm:cxn modelId="{79B2CD6B-1169-48CE-8503-FF29AA06D9B4}" type="presOf" srcId="{822C540E-8826-4CBC-AA6A-B8889E41AADB}" destId="{3B725CDC-1731-4B7F-B5FA-631D0BC7BF8A}" srcOrd="0" destOrd="1" presId="urn:microsoft.com/office/officeart/2005/8/layout/vList2"/>
    <dgm:cxn modelId="{44A5C16E-4FA8-417A-A04C-F9335839AB9B}" srcId="{1591AB70-02F2-4680-BA5F-F88A75646C2B}" destId="{822C540E-8826-4CBC-AA6A-B8889E41AADB}" srcOrd="1" destOrd="0" parTransId="{0E7C1F92-25E1-4CCC-BD26-94EF5666332C}" sibTransId="{3B403701-7466-4C63-9931-CDC1EA620FFB}"/>
    <dgm:cxn modelId="{15907A72-C360-4304-A6E2-97F1822E2959}" srcId="{1591AB70-02F2-4680-BA5F-F88A75646C2B}" destId="{D9E27649-3CF4-4E14-9FD7-35131C3D6D7D}" srcOrd="0" destOrd="0" parTransId="{C49A0C3E-E0E5-4EE1-84B0-4808191BE41B}" sibTransId="{BCF5D5C7-7F30-4EF5-B848-7C5F1D6FEE77}"/>
    <dgm:cxn modelId="{6B205E78-D648-4606-A090-A7A72FACE721}" type="presOf" srcId="{86BCFF9D-D16A-4188-B490-80D0487F692F}" destId="{3B725CDC-1731-4B7F-B5FA-631D0BC7BF8A}" srcOrd="0" destOrd="3" presId="urn:microsoft.com/office/officeart/2005/8/layout/vList2"/>
    <dgm:cxn modelId="{0AC28F97-4957-4358-9BDD-FF4DC43F6265}" type="presOf" srcId="{F2103C79-8DCD-480D-9671-23A0699BC807}" destId="{3B725CDC-1731-4B7F-B5FA-631D0BC7BF8A}" srcOrd="0" destOrd="4" presId="urn:microsoft.com/office/officeart/2005/8/layout/vList2"/>
    <dgm:cxn modelId="{E8D0A49D-8593-41D8-8075-BC5C7DDB2A28}" type="presOf" srcId="{C7250ACB-D057-42C6-BABF-1BE996EFC20A}" destId="{3B725CDC-1731-4B7F-B5FA-631D0BC7BF8A}" srcOrd="0" destOrd="2" presId="urn:microsoft.com/office/officeart/2005/8/layout/vList2"/>
    <dgm:cxn modelId="{A9EEB3B6-1825-4504-9D1B-6BE123F2244E}" srcId="{1591AB70-02F2-4680-BA5F-F88A75646C2B}" destId="{C7250ACB-D057-42C6-BABF-1BE996EFC20A}" srcOrd="2" destOrd="0" parTransId="{4AB4A5B1-50CD-4103-B3AC-F35DE3E15FD3}" sibTransId="{B7F79BF6-121C-4671-B963-C0FA09A08B78}"/>
    <dgm:cxn modelId="{9FC96FCF-F47D-444C-A70E-FC78F413F0DA}" type="presOf" srcId="{26074A18-C3F8-4527-B7BD-67FB9F5650B0}" destId="{2B222F14-A082-4891-8968-5D49666B33C4}" srcOrd="0" destOrd="0" presId="urn:microsoft.com/office/officeart/2005/8/layout/vList2"/>
    <dgm:cxn modelId="{BC5F44EC-172E-4F83-AD62-31E8841982EE}" srcId="{1591AB70-02F2-4680-BA5F-F88A75646C2B}" destId="{86BCFF9D-D16A-4188-B490-80D0487F692F}" srcOrd="3" destOrd="0" parTransId="{D131230E-FAD6-497C-9CE0-A760C1B94B86}" sibTransId="{5F4F151D-F122-418D-A093-B228262DCBC6}"/>
    <dgm:cxn modelId="{9B30C2F2-FECC-49FB-A10C-D26481A40E0C}" srcId="{1591AB70-02F2-4680-BA5F-F88A75646C2B}" destId="{F2103C79-8DCD-480D-9671-23A0699BC807}" srcOrd="4" destOrd="0" parTransId="{9B758140-5B1A-4CFA-9BD0-D9D221A5D5BC}" sibTransId="{89EA32A8-8BA6-4499-83D3-7FFB706C8FE7}"/>
    <dgm:cxn modelId="{2332CF58-0F51-4E90-A159-E3773641C088}" type="presParOf" srcId="{139AF3C1-9972-4F5C-A900-31C7F0209C3C}" destId="{65A1E355-1B0B-47E2-A044-9494666CF555}" srcOrd="0" destOrd="0" presId="urn:microsoft.com/office/officeart/2005/8/layout/vList2"/>
    <dgm:cxn modelId="{52645B41-E526-4142-BC2F-5ECE4D35D96C}" type="presParOf" srcId="{139AF3C1-9972-4F5C-A900-31C7F0209C3C}" destId="{3B725CDC-1731-4B7F-B5FA-631D0BC7BF8A}" srcOrd="1" destOrd="0" presId="urn:microsoft.com/office/officeart/2005/8/layout/vList2"/>
    <dgm:cxn modelId="{40CE047C-BD53-4704-825C-A8609C0C08AE}" type="presParOf" srcId="{139AF3C1-9972-4F5C-A900-31C7F0209C3C}" destId="{7B165CD2-6734-4CB1-B68F-7817A29756BE}" srcOrd="2" destOrd="0" presId="urn:microsoft.com/office/officeart/2005/8/layout/vList2"/>
    <dgm:cxn modelId="{33DC0463-4E74-4AEB-8CC5-7B158157DD5B}" type="presParOf" srcId="{139AF3C1-9972-4F5C-A900-31C7F0209C3C}" destId="{2B222F14-A082-4891-8968-5D49666B33C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C977A-49B4-40DD-9A70-58FE5BB04C62}">
      <dsp:nvSpPr>
        <dsp:cNvPr id="0" name=""/>
        <dsp:cNvSpPr/>
      </dsp:nvSpPr>
      <dsp:spPr>
        <a:xfrm>
          <a:off x="0" y="164169"/>
          <a:ext cx="518160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/>
            <a:t>What does it do?</a:t>
          </a:r>
          <a:endParaRPr lang="en-IN" sz="4000" kern="1200"/>
        </a:p>
      </dsp:txBody>
      <dsp:txXfrm>
        <a:off x="46834" y="211003"/>
        <a:ext cx="5087932" cy="865732"/>
      </dsp:txXfrm>
    </dsp:sp>
    <dsp:sp modelId="{D34F9175-8887-44DE-B7C7-153A728CA609}">
      <dsp:nvSpPr>
        <dsp:cNvPr id="0" name=""/>
        <dsp:cNvSpPr/>
      </dsp:nvSpPr>
      <dsp:spPr>
        <a:xfrm>
          <a:off x="0" y="1123569"/>
          <a:ext cx="5181600" cy="3063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 dirty="0"/>
            <a:t>Creates and terminates processes.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/>
            <a:t>Allocates CPU time.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/>
            <a:t>Performs context switching.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/>
            <a:t>Handles process synchronization.</a:t>
          </a:r>
        </a:p>
      </dsp:txBody>
      <dsp:txXfrm>
        <a:off x="0" y="1123569"/>
        <a:ext cx="5181600" cy="3063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D6D5F5-62A9-48D3-A168-324FDEB945D9}">
      <dsp:nvSpPr>
        <dsp:cNvPr id="0" name=""/>
        <dsp:cNvSpPr/>
      </dsp:nvSpPr>
      <dsp:spPr>
        <a:xfrm>
          <a:off x="0" y="42233"/>
          <a:ext cx="5579533" cy="9438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Example System Calls</a:t>
          </a:r>
          <a:endParaRPr lang="en-IN" sz="2800" kern="1200" dirty="0"/>
        </a:p>
      </dsp:txBody>
      <dsp:txXfrm>
        <a:off x="46074" y="88307"/>
        <a:ext cx="5487385" cy="851679"/>
      </dsp:txXfrm>
    </dsp:sp>
    <dsp:sp modelId="{2871E205-1AF3-4F96-B738-C6A0E51C85C9}">
      <dsp:nvSpPr>
        <dsp:cNvPr id="0" name=""/>
        <dsp:cNvSpPr/>
      </dsp:nvSpPr>
      <dsp:spPr>
        <a:xfrm>
          <a:off x="0" y="986061"/>
          <a:ext cx="5579533" cy="1407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15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/>
            <a:t>fork() → Create process</a:t>
          </a:r>
          <a:br>
            <a:rPr lang="en-IN" sz="2200" kern="1200"/>
          </a:br>
          <a:r>
            <a:rPr lang="en-IN" sz="2200" kern="1200"/>
            <a:t>execve() → Run program</a:t>
          </a:r>
          <a:br>
            <a:rPr lang="en-IN" sz="2200" kern="1200"/>
          </a:br>
          <a:r>
            <a:rPr lang="en-IN" sz="2200" kern="1200"/>
            <a:t>waitpid() → Wait for process</a:t>
          </a:r>
        </a:p>
      </dsp:txBody>
      <dsp:txXfrm>
        <a:off x="0" y="986061"/>
        <a:ext cx="5579533" cy="1407600"/>
      </dsp:txXfrm>
    </dsp:sp>
    <dsp:sp modelId="{678E1CA1-FBC6-40D8-A6F0-210436C3115E}">
      <dsp:nvSpPr>
        <dsp:cNvPr id="0" name=""/>
        <dsp:cNvSpPr/>
      </dsp:nvSpPr>
      <dsp:spPr>
        <a:xfrm>
          <a:off x="0" y="2393661"/>
          <a:ext cx="5579533" cy="19154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Example:</a:t>
          </a:r>
          <a:br>
            <a:rPr lang="en-IN" sz="2800" kern="1200" dirty="0"/>
          </a:br>
          <a:r>
            <a:rPr lang="en-IN" sz="2800" kern="1200" dirty="0"/>
            <a:t>When Chrome starts, the OS creates and schedules its processes.</a:t>
          </a:r>
        </a:p>
      </dsp:txBody>
      <dsp:txXfrm>
        <a:off x="93504" y="2487165"/>
        <a:ext cx="5392525" cy="17284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3B6D2-EDF6-4C1B-9A4D-83DED6D7F37E}">
      <dsp:nvSpPr>
        <dsp:cNvPr id="0" name=""/>
        <dsp:cNvSpPr/>
      </dsp:nvSpPr>
      <dsp:spPr>
        <a:xfrm>
          <a:off x="0" y="102316"/>
          <a:ext cx="5181600" cy="103135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300" b="1" kern="1200"/>
            <a:t>What does it do?</a:t>
          </a:r>
          <a:endParaRPr lang="en-IN" sz="4300" kern="1200"/>
        </a:p>
      </dsp:txBody>
      <dsp:txXfrm>
        <a:off x="50347" y="152663"/>
        <a:ext cx="5080906" cy="930660"/>
      </dsp:txXfrm>
    </dsp:sp>
    <dsp:sp modelId="{58D9BD08-E031-4612-AB76-9B48EA2E153C}">
      <dsp:nvSpPr>
        <dsp:cNvPr id="0" name=""/>
        <dsp:cNvSpPr/>
      </dsp:nvSpPr>
      <dsp:spPr>
        <a:xfrm>
          <a:off x="0" y="1133671"/>
          <a:ext cx="5181600" cy="31153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54610" rIns="305816" bIns="54610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>
              <a:latin typeface="Times New Roman" panose="02020603050405020304" pitchFamily="18" charset="0"/>
              <a:cs typeface="Times New Roman" panose="02020603050405020304" pitchFamily="18" charset="0"/>
            </a:rPr>
            <a:t>Allocates memory to processes.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>
              <a:latin typeface="Times New Roman" panose="02020603050405020304" pitchFamily="18" charset="0"/>
              <a:cs typeface="Times New Roman" panose="02020603050405020304" pitchFamily="18" charset="0"/>
            </a:rPr>
            <a:t>Provides virtual memory.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Protects process memory.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paging and page faults.</a:t>
          </a:r>
        </a:p>
      </dsp:txBody>
      <dsp:txXfrm>
        <a:off x="0" y="1133671"/>
        <a:ext cx="5181600" cy="3115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D9DCBA-F628-4D3F-9B91-AF906059422B}">
      <dsp:nvSpPr>
        <dsp:cNvPr id="0" name=""/>
        <dsp:cNvSpPr/>
      </dsp:nvSpPr>
      <dsp:spPr>
        <a:xfrm>
          <a:off x="0" y="224910"/>
          <a:ext cx="5181600" cy="109826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Example System Calls</a:t>
          </a:r>
          <a:endParaRPr lang="en-IN" sz="2600" kern="1200"/>
        </a:p>
      </dsp:txBody>
      <dsp:txXfrm>
        <a:off x="53613" y="278523"/>
        <a:ext cx="5074374" cy="991037"/>
      </dsp:txXfrm>
    </dsp:sp>
    <dsp:sp modelId="{29A0CE3E-4BE6-4BE4-BAD1-1E65F617A2FB}">
      <dsp:nvSpPr>
        <dsp:cNvPr id="0" name=""/>
        <dsp:cNvSpPr/>
      </dsp:nvSpPr>
      <dsp:spPr>
        <a:xfrm>
          <a:off x="0" y="1323173"/>
          <a:ext cx="5181600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mmap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 → Map memory</a:t>
          </a:r>
          <a:b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munmap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 → Release mapping</a:t>
          </a:r>
          <a:b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0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mprotect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() → Change protection</a:t>
          </a:r>
        </a:p>
      </dsp:txBody>
      <dsp:txXfrm>
        <a:off x="0" y="1323173"/>
        <a:ext cx="5181600" cy="1159200"/>
      </dsp:txXfrm>
    </dsp:sp>
    <dsp:sp modelId="{E4DB2B2B-A593-449A-B4B5-988338954D88}">
      <dsp:nvSpPr>
        <dsp:cNvPr id="0" name=""/>
        <dsp:cNvSpPr/>
      </dsp:nvSpPr>
      <dsp:spPr>
        <a:xfrm>
          <a:off x="0" y="2482373"/>
          <a:ext cx="5181600" cy="164405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 dirty="0"/>
            <a:t>Example:</a:t>
          </a:r>
          <a:br>
            <a:rPr lang="en-IN" sz="2600" kern="1200" dirty="0"/>
          </a:br>
          <a:r>
            <a:rPr lang="en-IN" sz="2600" kern="1200" dirty="0"/>
            <a:t>A browser gets memory for webpages, tabs, and video buffers.</a:t>
          </a:r>
        </a:p>
      </dsp:txBody>
      <dsp:txXfrm>
        <a:off x="80256" y="2562629"/>
        <a:ext cx="5021088" cy="148354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1179F8-5F80-4018-9FB4-6D0864E39A8C}">
      <dsp:nvSpPr>
        <dsp:cNvPr id="0" name=""/>
        <dsp:cNvSpPr/>
      </dsp:nvSpPr>
      <dsp:spPr>
        <a:xfrm>
          <a:off x="0" y="81369"/>
          <a:ext cx="5181600" cy="959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/>
            <a:t>What does it do?</a:t>
          </a:r>
          <a:endParaRPr lang="en-IN" sz="4000" kern="1200"/>
        </a:p>
      </dsp:txBody>
      <dsp:txXfrm>
        <a:off x="46834" y="128203"/>
        <a:ext cx="5087932" cy="865732"/>
      </dsp:txXfrm>
    </dsp:sp>
    <dsp:sp modelId="{5FF29566-96E6-4833-B172-594C7F854BA4}">
      <dsp:nvSpPr>
        <dsp:cNvPr id="0" name=""/>
        <dsp:cNvSpPr/>
      </dsp:nvSpPr>
      <dsp:spPr>
        <a:xfrm>
          <a:off x="0" y="1040769"/>
          <a:ext cx="5181600" cy="3229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50800" rIns="284480" bIns="50800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Controls input/output devices.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Manages device drivers.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buffering and caching.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a common interface to devices.</a:t>
          </a:r>
        </a:p>
      </dsp:txBody>
      <dsp:txXfrm>
        <a:off x="0" y="1040769"/>
        <a:ext cx="5181600" cy="32291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01A22-0E5D-44B9-AA33-A01232D1679C}">
      <dsp:nvSpPr>
        <dsp:cNvPr id="0" name=""/>
        <dsp:cNvSpPr/>
      </dsp:nvSpPr>
      <dsp:spPr>
        <a:xfrm>
          <a:off x="0" y="303079"/>
          <a:ext cx="5181600" cy="92903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Example System Calls</a:t>
          </a:r>
          <a:endParaRPr lang="en-IN" sz="2800" kern="1200"/>
        </a:p>
      </dsp:txBody>
      <dsp:txXfrm>
        <a:off x="45352" y="348431"/>
        <a:ext cx="5090896" cy="838333"/>
      </dsp:txXfrm>
    </dsp:sp>
    <dsp:sp modelId="{FB627892-5CA7-430B-8FC6-36D57FFA5245}">
      <dsp:nvSpPr>
        <dsp:cNvPr id="0" name=""/>
        <dsp:cNvSpPr/>
      </dsp:nvSpPr>
      <dsp:spPr>
        <a:xfrm>
          <a:off x="0" y="1240603"/>
          <a:ext cx="5181600" cy="1246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516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open() → Open file/device</a:t>
          </a:r>
          <a:b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read() → Read data</a:t>
          </a:r>
          <a:b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write() → Write data</a:t>
          </a:r>
          <a:b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close() → Close resource</a:t>
          </a:r>
        </a:p>
      </dsp:txBody>
      <dsp:txXfrm>
        <a:off x="0" y="1240603"/>
        <a:ext cx="5181600" cy="1246140"/>
      </dsp:txXfrm>
    </dsp:sp>
    <dsp:sp modelId="{A9B3128E-6D83-42EA-91A6-6A9F8BE9976E}">
      <dsp:nvSpPr>
        <dsp:cNvPr id="0" name=""/>
        <dsp:cNvSpPr/>
      </dsp:nvSpPr>
      <dsp:spPr>
        <a:xfrm>
          <a:off x="0" y="2486743"/>
          <a:ext cx="5181600" cy="155302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Example:</a:t>
          </a:r>
          <a:br>
            <a:rPr lang="en-IN" sz="2800" kern="1200"/>
          </a:br>
          <a:r>
            <a:rPr lang="en-IN" sz="2800" kern="1200"/>
            <a:t>Reading a video file from an SSD requires OS I/O management.</a:t>
          </a:r>
        </a:p>
      </dsp:txBody>
      <dsp:txXfrm>
        <a:off x="75813" y="2562556"/>
        <a:ext cx="5029974" cy="14014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DCF40E-5B27-4612-AC17-C3891C164CA0}">
      <dsp:nvSpPr>
        <dsp:cNvPr id="0" name=""/>
        <dsp:cNvSpPr/>
      </dsp:nvSpPr>
      <dsp:spPr>
        <a:xfrm>
          <a:off x="0" y="1195"/>
          <a:ext cx="1865376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Process</a:t>
          </a:r>
        </a:p>
      </dsp:txBody>
      <dsp:txXfrm>
        <a:off x="33968" y="35163"/>
        <a:ext cx="1797440" cy="627895"/>
      </dsp:txXfrm>
    </dsp:sp>
    <dsp:sp modelId="{9A2E5166-FDC8-4B83-8F49-3B37E332E229}">
      <dsp:nvSpPr>
        <dsp:cNvPr id="0" name=""/>
        <dsp:cNvSpPr/>
      </dsp:nvSpPr>
      <dsp:spPr>
        <a:xfrm rot="5400000">
          <a:off x="3245155" y="-578377"/>
          <a:ext cx="556665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CPU Scheduling</a:t>
          </a:r>
        </a:p>
      </dsp:txBody>
      <dsp:txXfrm rot="-5400000">
        <a:off x="1865376" y="828576"/>
        <a:ext cx="3289050" cy="502317"/>
      </dsp:txXfrm>
    </dsp:sp>
    <dsp:sp modelId="{ADB7F419-6438-467B-AF35-EE50688E12B4}">
      <dsp:nvSpPr>
        <dsp:cNvPr id="0" name=""/>
        <dsp:cNvSpPr/>
      </dsp:nvSpPr>
      <dsp:spPr>
        <a:xfrm>
          <a:off x="0" y="731818"/>
          <a:ext cx="1865376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3968" y="765786"/>
        <a:ext cx="1797440" cy="627895"/>
      </dsp:txXfrm>
    </dsp:sp>
    <dsp:sp modelId="{01CD32EF-039A-4801-8C6C-CB086F4F0329}">
      <dsp:nvSpPr>
        <dsp:cNvPr id="0" name=""/>
        <dsp:cNvSpPr/>
      </dsp:nvSpPr>
      <dsp:spPr>
        <a:xfrm rot="5400000">
          <a:off x="3245155" y="152245"/>
          <a:ext cx="556665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Memory Management</a:t>
          </a:r>
        </a:p>
      </dsp:txBody>
      <dsp:txXfrm rot="-5400000">
        <a:off x="1865376" y="1559198"/>
        <a:ext cx="3289050" cy="502317"/>
      </dsp:txXfrm>
    </dsp:sp>
    <dsp:sp modelId="{2984694A-1EDB-4B08-B2D6-67662E00EB8A}">
      <dsp:nvSpPr>
        <dsp:cNvPr id="0" name=""/>
        <dsp:cNvSpPr/>
      </dsp:nvSpPr>
      <dsp:spPr>
        <a:xfrm>
          <a:off x="0" y="1462441"/>
          <a:ext cx="1865376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3968" y="1496409"/>
        <a:ext cx="1797440" cy="627895"/>
      </dsp:txXfrm>
    </dsp:sp>
    <dsp:sp modelId="{991973B4-393D-4597-A9F5-989BF6FAD472}">
      <dsp:nvSpPr>
        <dsp:cNvPr id="0" name=""/>
        <dsp:cNvSpPr/>
      </dsp:nvSpPr>
      <dsp:spPr>
        <a:xfrm rot="5400000">
          <a:off x="3245155" y="882868"/>
          <a:ext cx="556665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I/O Request</a:t>
          </a:r>
        </a:p>
      </dsp:txBody>
      <dsp:txXfrm rot="-5400000">
        <a:off x="1865376" y="2289821"/>
        <a:ext cx="3289050" cy="502317"/>
      </dsp:txXfrm>
    </dsp:sp>
    <dsp:sp modelId="{9CB18FBB-9F36-488E-9FF3-C6CB22934AF0}">
      <dsp:nvSpPr>
        <dsp:cNvPr id="0" name=""/>
        <dsp:cNvSpPr/>
      </dsp:nvSpPr>
      <dsp:spPr>
        <a:xfrm>
          <a:off x="0" y="2193064"/>
          <a:ext cx="1865376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3968" y="2227032"/>
        <a:ext cx="1797440" cy="627895"/>
      </dsp:txXfrm>
    </dsp:sp>
    <dsp:sp modelId="{C4C9B648-1BB9-4805-B19E-667D2B3F8C48}">
      <dsp:nvSpPr>
        <dsp:cNvPr id="0" name=""/>
        <dsp:cNvSpPr/>
      </dsp:nvSpPr>
      <dsp:spPr>
        <a:xfrm rot="5400000">
          <a:off x="3245155" y="1613491"/>
          <a:ext cx="556665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Device Driver</a:t>
          </a:r>
        </a:p>
      </dsp:txBody>
      <dsp:txXfrm rot="-5400000">
        <a:off x="1865376" y="3020444"/>
        <a:ext cx="3289050" cy="502317"/>
      </dsp:txXfrm>
    </dsp:sp>
    <dsp:sp modelId="{CFA0E75F-A2A1-4E3D-AE1F-E84E8905A00B}">
      <dsp:nvSpPr>
        <dsp:cNvPr id="0" name=""/>
        <dsp:cNvSpPr/>
      </dsp:nvSpPr>
      <dsp:spPr>
        <a:xfrm>
          <a:off x="0" y="2923688"/>
          <a:ext cx="1865376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3968" y="2957656"/>
        <a:ext cx="1797440" cy="627895"/>
      </dsp:txXfrm>
    </dsp:sp>
    <dsp:sp modelId="{A1657C5F-7364-4A5C-88F0-27374EEE0F09}">
      <dsp:nvSpPr>
        <dsp:cNvPr id="0" name=""/>
        <dsp:cNvSpPr/>
      </dsp:nvSpPr>
      <dsp:spPr>
        <a:xfrm rot="5400000">
          <a:off x="3245155" y="2344115"/>
          <a:ext cx="556665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Hardware</a:t>
          </a:r>
        </a:p>
      </dsp:txBody>
      <dsp:txXfrm rot="-5400000">
        <a:off x="1865376" y="3751068"/>
        <a:ext cx="3289050" cy="502317"/>
      </dsp:txXfrm>
    </dsp:sp>
    <dsp:sp modelId="{82AA8844-A65A-48C2-A39B-92E82D32146F}">
      <dsp:nvSpPr>
        <dsp:cNvPr id="0" name=""/>
        <dsp:cNvSpPr/>
      </dsp:nvSpPr>
      <dsp:spPr>
        <a:xfrm>
          <a:off x="0" y="3654311"/>
          <a:ext cx="1865376" cy="6958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>
              <a:latin typeface="Times New Roman" panose="02020603050405020304" pitchFamily="18" charset="0"/>
              <a:cs typeface="Times New Roman" panose="02020603050405020304" pitchFamily="18" charset="0"/>
            </a:rPr>
            <a:t>↓</a:t>
          </a:r>
        </a:p>
      </dsp:txBody>
      <dsp:txXfrm>
        <a:off x="33968" y="3688279"/>
        <a:ext cx="1797440" cy="62789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C16AD-0061-4BEB-83FB-E6743072CEDF}">
      <dsp:nvSpPr>
        <dsp:cNvPr id="0" name=""/>
        <dsp:cNvSpPr/>
      </dsp:nvSpPr>
      <dsp:spPr>
        <a:xfrm>
          <a:off x="0" y="115"/>
          <a:ext cx="5181600" cy="111486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1. Process Management</a:t>
          </a:r>
          <a:b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Browser process receives CPU time.</a:t>
          </a:r>
        </a:p>
      </dsp:txBody>
      <dsp:txXfrm>
        <a:off x="54423" y="54538"/>
        <a:ext cx="5072754" cy="1006017"/>
      </dsp:txXfrm>
    </dsp:sp>
    <dsp:sp modelId="{D2DA4B6D-F84C-461B-915C-EE1161414635}">
      <dsp:nvSpPr>
        <dsp:cNvPr id="0" name=""/>
        <dsp:cNvSpPr/>
      </dsp:nvSpPr>
      <dsp:spPr>
        <a:xfrm>
          <a:off x="0" y="1175459"/>
          <a:ext cx="5181600" cy="111486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2. Memory Management</a:t>
          </a:r>
          <a:b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Video data is stored in memory buffers.</a:t>
          </a:r>
        </a:p>
      </dsp:txBody>
      <dsp:txXfrm>
        <a:off x="54423" y="1229882"/>
        <a:ext cx="5072754" cy="1006017"/>
      </dsp:txXfrm>
    </dsp:sp>
    <dsp:sp modelId="{9B59153A-9F44-4A2B-A811-E4A6AA0AFA82}">
      <dsp:nvSpPr>
        <dsp:cNvPr id="0" name=""/>
        <dsp:cNvSpPr/>
      </dsp:nvSpPr>
      <dsp:spPr>
        <a:xfrm>
          <a:off x="0" y="2350803"/>
          <a:ext cx="5181600" cy="111486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3. I/O Management</a:t>
          </a:r>
          <a:b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Network receives video data.</a:t>
          </a:r>
        </a:p>
      </dsp:txBody>
      <dsp:txXfrm>
        <a:off x="54423" y="2405226"/>
        <a:ext cx="5072754" cy="1006017"/>
      </dsp:txXfrm>
    </dsp:sp>
    <dsp:sp modelId="{5489211A-0ADB-448E-8A88-B9D90EDE0737}">
      <dsp:nvSpPr>
        <dsp:cNvPr id="0" name=""/>
        <dsp:cNvSpPr/>
      </dsp:nvSpPr>
      <dsp:spPr>
        <a:xfrm>
          <a:off x="0" y="3526146"/>
          <a:ext cx="5181600" cy="1114863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Device Management</a:t>
          </a:r>
          <a:b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Video → GPU → Display</a:t>
          </a:r>
          <a:b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IN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Audio → Sound Device</a:t>
          </a:r>
        </a:p>
      </dsp:txBody>
      <dsp:txXfrm>
        <a:off x="54423" y="3580569"/>
        <a:ext cx="5072754" cy="10060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1E355-1B0B-47E2-A044-9494666CF555}">
      <dsp:nvSpPr>
        <dsp:cNvPr id="0" name=""/>
        <dsp:cNvSpPr/>
      </dsp:nvSpPr>
      <dsp:spPr>
        <a:xfrm>
          <a:off x="0" y="25388"/>
          <a:ext cx="105156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Key Takeaways</a:t>
          </a:r>
          <a:endParaRPr lang="en-IN" sz="3200" kern="1200"/>
        </a:p>
      </dsp:txBody>
      <dsp:txXfrm>
        <a:off x="37467" y="62855"/>
        <a:ext cx="10440666" cy="692586"/>
      </dsp:txXfrm>
    </dsp:sp>
    <dsp:sp modelId="{3B725CDC-1731-4B7F-B5FA-631D0BC7BF8A}">
      <dsp:nvSpPr>
        <dsp:cNvPr id="0" name=""/>
        <dsp:cNvSpPr/>
      </dsp:nvSpPr>
      <dsp:spPr>
        <a:xfrm>
          <a:off x="0" y="792908"/>
          <a:ext cx="10515600" cy="2020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Process Management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 → Manages CPU and processes.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Memory Management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 → Manages and protects memory.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I/O Management</a:t>
          </a:r>
          <a:r>
            <a:rPr lang="en-IN" sz="2500" kern="1200">
              <a:latin typeface="Times New Roman" panose="02020603050405020304" pitchFamily="18" charset="0"/>
              <a:cs typeface="Times New Roman" panose="02020603050405020304" pitchFamily="18" charset="0"/>
            </a:rPr>
            <a:t> → Controls hardware communication.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System Calls</a:t>
          </a: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→ Interface between applications and kernel.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All components </a:t>
          </a:r>
          <a:r>
            <a:rPr lang="en-IN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work together for efficient and secure execution</a:t>
          </a:r>
          <a:r>
            <a:rPr lang="en-IN" sz="2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0" y="792908"/>
        <a:ext cx="10515600" cy="2020320"/>
      </dsp:txXfrm>
    </dsp:sp>
    <dsp:sp modelId="{7B165CD2-6734-4CB1-B68F-7817A29756BE}">
      <dsp:nvSpPr>
        <dsp:cNvPr id="0" name=""/>
        <dsp:cNvSpPr/>
      </dsp:nvSpPr>
      <dsp:spPr>
        <a:xfrm>
          <a:off x="0" y="2813229"/>
          <a:ext cx="1051560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kern="1200"/>
            <a:t>Final Statement</a:t>
          </a:r>
          <a:endParaRPr lang="en-IN" sz="3200" kern="1200"/>
        </a:p>
      </dsp:txBody>
      <dsp:txXfrm>
        <a:off x="37467" y="2850696"/>
        <a:ext cx="10440666" cy="692586"/>
      </dsp:txXfrm>
    </dsp:sp>
    <dsp:sp modelId="{2B222F14-A082-4891-8968-5D49666B33C4}">
      <dsp:nvSpPr>
        <dsp:cNvPr id="0" name=""/>
        <dsp:cNvSpPr/>
      </dsp:nvSpPr>
      <dsp:spPr>
        <a:xfrm>
          <a:off x="0" y="3580749"/>
          <a:ext cx="10515600" cy="74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OS converts hardware resources into reliable services for applications.</a:t>
          </a:r>
          <a:endParaRPr lang="en-IN" sz="2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3580749"/>
        <a:ext cx="10515600" cy="745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52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248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91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8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12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46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86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981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39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35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21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85C70-9F3F-4AA3-B98A-972C63D53893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DC8EF-CF45-494B-86A8-B08AEAF652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58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3724-FDF3-29BF-A4BF-01183B2ED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4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Managing CPU, Memory &amp; I/O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6F510-2501-EC08-8C43-4596480CC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7733" y="3589338"/>
            <a:ext cx="9144000" cy="165576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  - Operating Systems</a:t>
            </a:r>
          </a:p>
        </p:txBody>
      </p:sp>
      <p:pic>
        <p:nvPicPr>
          <p:cNvPr id="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7910694-F525-0381-C047-6D873D50E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708819"/>
            <a:ext cx="10037762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1D60-53B6-2048-1918-404C75366E5F}"/>
              </a:ext>
            </a:extLst>
          </p:cNvPr>
          <p:cNvSpPr txBox="1"/>
          <p:nvPr/>
        </p:nvSpPr>
        <p:spPr>
          <a:xfrm>
            <a:off x="1077119" y="464486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ARTHI 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No.: 192525152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CSA0416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10.08.2026</a:t>
            </a:r>
          </a:p>
        </p:txBody>
      </p:sp>
    </p:spTree>
    <p:extLst>
      <p:ext uri="{BB962C8B-B14F-4D97-AF65-F5344CB8AC3E}">
        <p14:creationId xmlns:p14="http://schemas.microsoft.com/office/powerpoint/2010/main" val="116793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B0B0-1E34-3655-6DEF-5D053923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766" y="384307"/>
            <a:ext cx="9660467" cy="59345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Architecture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F65BC3-1D9F-730D-0AF4-B3CCA4F342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507067" y="762000"/>
            <a:ext cx="8940800" cy="59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0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D61B8-FF01-98EB-B943-E9AE7F64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01D0C2-4459-615A-8749-E894A4293EB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71629294"/>
              </p:ext>
            </p:extLst>
          </p:nvPr>
        </p:nvGraphicFramePr>
        <p:xfrm>
          <a:off x="713913" y="1603683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E8441E3-9E1F-C430-5D18-CB6173CFA8A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6070879"/>
              </p:ext>
            </p:extLst>
          </p:nvPr>
        </p:nvGraphicFramePr>
        <p:xfrm>
          <a:off x="6216587" y="1690688"/>
          <a:ext cx="557953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8708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3598-F2E6-8B8B-8E0C-B31C99D6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9C7201-3856-49C0-AE80-61F11CD91A6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9216999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2DD13C-CCD6-0C26-F6CA-336BB004EB9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46289127"/>
              </p:ext>
            </p:extLst>
          </p:nvPr>
        </p:nvGraphicFramePr>
        <p:xfrm>
          <a:off x="6287610" y="169068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53830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57489-A7F0-8A10-6016-1830E3654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 Management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15B00E6-2C1A-59F3-C914-0857BE132D4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4700107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B98AC3-8745-F962-0C54-CA4D22E0EC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5495481"/>
              </p:ext>
            </p:extLst>
          </p:nvPr>
        </p:nvGraphicFramePr>
        <p:xfrm>
          <a:off x="6323122" y="1577051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59077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635E-B038-C05E-D333-662ABB1C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OS Components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D13E502-ABED-1B84-E9A5-B9218938E86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75455830"/>
              </p:ext>
            </p:extLst>
          </p:nvPr>
        </p:nvGraphicFramePr>
        <p:xfrm>
          <a:off x="914400" y="1690688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301DCA-94FA-526B-1449-EB4DCB7A1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25086" y="1431131"/>
            <a:ext cx="5181600" cy="5167842"/>
          </a:xfrm>
        </p:spPr>
        <p:txBody>
          <a:bodyPr>
            <a:normAutofit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requests data: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→ read() → Kernel → Driver → Disk → RAM → Process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components work together rather than independently.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709F6-EBCF-97A4-536D-F6CFC6B01DDC}"/>
              </a:ext>
            </a:extLst>
          </p:cNvPr>
          <p:cNvCxnSpPr/>
          <p:nvPr/>
        </p:nvCxnSpPr>
        <p:spPr>
          <a:xfrm>
            <a:off x="6445188" y="1431131"/>
            <a:ext cx="0" cy="47743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56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AA1F-E4AB-4F57-144F-E2A491AA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 YouTube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39823F9-CDD8-24D9-B6E6-4CE3F5C571B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36086041"/>
              </p:ext>
            </p:extLst>
          </p:nvPr>
        </p:nvGraphicFramePr>
        <p:xfrm>
          <a:off x="838200" y="1535837"/>
          <a:ext cx="5181600" cy="46411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7B03FF-59E7-1DA8-B89C-D29B9FA0F9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System Calls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socket() → Network connection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Receive data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mmap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→ Memory mapping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Smooth video playback through coordinated OS resource management.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034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F915-9C37-A8C2-CD16-13148B08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5AEB03-96E6-8B44-03B8-962152CA6B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427498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56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1535</TotalTime>
  <Words>434</Words>
  <Application>Microsoft Office PowerPoint</Application>
  <PresentationFormat>Widescreen</PresentationFormat>
  <Paragraphs>71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2013 - 2022 Theme</vt:lpstr>
      <vt:lpstr>Operating System: Managing CPU, Memory &amp; I/O </vt:lpstr>
      <vt:lpstr>OS Architecture </vt:lpstr>
      <vt:lpstr>Process Management</vt:lpstr>
      <vt:lpstr>Memory Management</vt:lpstr>
      <vt:lpstr>I/O Management</vt:lpstr>
      <vt:lpstr>Interaction Between OS Components </vt:lpstr>
      <vt:lpstr>Real-Time Example: YouTube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Arthi A</dc:creator>
  <cp:lastModifiedBy>Arthi A</cp:lastModifiedBy>
  <cp:revision>1</cp:revision>
  <dcterms:created xsi:type="dcterms:W3CDTF">2026-10-08T14:31:58Z</dcterms:created>
  <dcterms:modified xsi:type="dcterms:W3CDTF">2026-10-11T06:56:39Z</dcterms:modified>
</cp:coreProperties>
</file>